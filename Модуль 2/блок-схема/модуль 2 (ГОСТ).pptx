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2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30" r:id="rId13"/>
    <p:sldId id="328" r:id="rId14"/>
    <p:sldId id="329" r:id="rId15"/>
    <p:sldId id="331" r:id="rId16"/>
    <p:sldId id="33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98" y="1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5" name="Google Shape;21;p3">
            <a:extLst>
              <a:ext uri="{FF2B5EF4-FFF2-40B4-BE49-F238E27FC236}">
                <a16:creationId xmlns:a16="http://schemas.microsoft.com/office/drawing/2014/main" id="{F25BF6C3-6CEF-4217-9A35-451DBD2B05EA}"/>
              </a:ext>
            </a:extLst>
          </p:cNvPr>
          <p:cNvSpPr/>
          <p:nvPr userDrawn="1"/>
        </p:nvSpPr>
        <p:spPr>
          <a:xfrm rot="767936" flipH="1">
            <a:off x="7311027" y="5562092"/>
            <a:ext cx="5658256" cy="3086393"/>
          </a:xfrm>
          <a:custGeom>
            <a:avLst/>
            <a:gdLst>
              <a:gd name="connsiteX0" fmla="*/ 54690 w 86090"/>
              <a:gd name="connsiteY0" fmla="*/ 116 h 53568"/>
              <a:gd name="connsiteX1" fmla="*/ 43799 w 86090"/>
              <a:gd name="connsiteY1" fmla="*/ 3420 h 53568"/>
              <a:gd name="connsiteX2" fmla="*/ 23867 w 86090"/>
              <a:gd name="connsiteY2" fmla="*/ 26384 h 53568"/>
              <a:gd name="connsiteX3" fmla="*/ 15443 w 86090"/>
              <a:gd name="connsiteY3" fmla="*/ 30570 h 53568"/>
              <a:gd name="connsiteX4" fmla="*/ 14517 w 86090"/>
              <a:gd name="connsiteY4" fmla="*/ 30535 h 53568"/>
              <a:gd name="connsiteX5" fmla="*/ 11428 w 86090"/>
              <a:gd name="connsiteY5" fmla="*/ 30418 h 53568"/>
              <a:gd name="connsiteX6" fmla="*/ 39 w 86090"/>
              <a:gd name="connsiteY6" fmla="*/ 34114 h 53568"/>
              <a:gd name="connsiteX7" fmla="*/ 10831 w 86090"/>
              <a:gd name="connsiteY7" fmla="*/ 46041 h 53568"/>
              <a:gd name="connsiteX8" fmla="*/ 30398 w 86090"/>
              <a:gd name="connsiteY8" fmla="*/ 53568 h 53568"/>
              <a:gd name="connsiteX9" fmla="*/ 34419 w 86090"/>
              <a:gd name="connsiteY9" fmla="*/ 52929 h 53568"/>
              <a:gd name="connsiteX10" fmla="*/ 85987 w 86090"/>
              <a:gd name="connsiteY10" fmla="*/ 38125 h 53568"/>
              <a:gd name="connsiteX11" fmla="*/ 75901 w 86090"/>
              <a:gd name="connsiteY11" fmla="*/ 10688 h 53568"/>
              <a:gd name="connsiteX12" fmla="*/ 54690 w 86090"/>
              <a:gd name="connsiteY12" fmla="*/ 116 h 53568"/>
              <a:gd name="connsiteX0" fmla="*/ 54690 w 86090"/>
              <a:gd name="connsiteY0" fmla="*/ 0 h 53452"/>
              <a:gd name="connsiteX1" fmla="*/ 44407 w 86090"/>
              <a:gd name="connsiteY1" fmla="*/ 18431 h 53452"/>
              <a:gd name="connsiteX2" fmla="*/ 23867 w 86090"/>
              <a:gd name="connsiteY2" fmla="*/ 26268 h 53452"/>
              <a:gd name="connsiteX3" fmla="*/ 15443 w 86090"/>
              <a:gd name="connsiteY3" fmla="*/ 30454 h 53452"/>
              <a:gd name="connsiteX4" fmla="*/ 14517 w 86090"/>
              <a:gd name="connsiteY4" fmla="*/ 30419 h 53452"/>
              <a:gd name="connsiteX5" fmla="*/ 11428 w 86090"/>
              <a:gd name="connsiteY5" fmla="*/ 30302 h 53452"/>
              <a:gd name="connsiteX6" fmla="*/ 39 w 86090"/>
              <a:gd name="connsiteY6" fmla="*/ 33998 h 53452"/>
              <a:gd name="connsiteX7" fmla="*/ 10831 w 86090"/>
              <a:gd name="connsiteY7" fmla="*/ 45925 h 53452"/>
              <a:gd name="connsiteX8" fmla="*/ 30398 w 86090"/>
              <a:gd name="connsiteY8" fmla="*/ 53452 h 53452"/>
              <a:gd name="connsiteX9" fmla="*/ 34419 w 86090"/>
              <a:gd name="connsiteY9" fmla="*/ 52813 h 53452"/>
              <a:gd name="connsiteX10" fmla="*/ 85987 w 86090"/>
              <a:gd name="connsiteY10" fmla="*/ 38009 h 53452"/>
              <a:gd name="connsiteX11" fmla="*/ 75901 w 86090"/>
              <a:gd name="connsiteY11" fmla="*/ 10572 h 53452"/>
              <a:gd name="connsiteX12" fmla="*/ 54690 w 86090"/>
              <a:gd name="connsiteY12" fmla="*/ 0 h 53452"/>
              <a:gd name="connsiteX0" fmla="*/ 61755 w 86139"/>
              <a:gd name="connsiteY0" fmla="*/ 135 h 46986"/>
              <a:gd name="connsiteX1" fmla="*/ 44407 w 86139"/>
              <a:gd name="connsiteY1" fmla="*/ 11965 h 46986"/>
              <a:gd name="connsiteX2" fmla="*/ 23867 w 86139"/>
              <a:gd name="connsiteY2" fmla="*/ 19802 h 46986"/>
              <a:gd name="connsiteX3" fmla="*/ 15443 w 86139"/>
              <a:gd name="connsiteY3" fmla="*/ 23988 h 46986"/>
              <a:gd name="connsiteX4" fmla="*/ 14517 w 86139"/>
              <a:gd name="connsiteY4" fmla="*/ 23953 h 46986"/>
              <a:gd name="connsiteX5" fmla="*/ 11428 w 86139"/>
              <a:gd name="connsiteY5" fmla="*/ 23836 h 46986"/>
              <a:gd name="connsiteX6" fmla="*/ 39 w 86139"/>
              <a:gd name="connsiteY6" fmla="*/ 27532 h 46986"/>
              <a:gd name="connsiteX7" fmla="*/ 10831 w 86139"/>
              <a:gd name="connsiteY7" fmla="*/ 39459 h 46986"/>
              <a:gd name="connsiteX8" fmla="*/ 30398 w 86139"/>
              <a:gd name="connsiteY8" fmla="*/ 46986 h 46986"/>
              <a:gd name="connsiteX9" fmla="*/ 34419 w 86139"/>
              <a:gd name="connsiteY9" fmla="*/ 46347 h 46986"/>
              <a:gd name="connsiteX10" fmla="*/ 85987 w 86139"/>
              <a:gd name="connsiteY10" fmla="*/ 31543 h 46986"/>
              <a:gd name="connsiteX11" fmla="*/ 75901 w 86139"/>
              <a:gd name="connsiteY11" fmla="*/ 4106 h 46986"/>
              <a:gd name="connsiteX12" fmla="*/ 61755 w 86139"/>
              <a:gd name="connsiteY12" fmla="*/ 135 h 4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139" h="46986" extrusionOk="0">
                <a:moveTo>
                  <a:pt x="61755" y="135"/>
                </a:moveTo>
                <a:cubicBezTo>
                  <a:pt x="58273" y="135"/>
                  <a:pt x="50722" y="8687"/>
                  <a:pt x="44407" y="11965"/>
                </a:cubicBezTo>
                <a:cubicBezTo>
                  <a:pt x="38092" y="15243"/>
                  <a:pt x="28694" y="17798"/>
                  <a:pt x="23867" y="19802"/>
                </a:cubicBezTo>
                <a:cubicBezTo>
                  <a:pt x="19040" y="21806"/>
                  <a:pt x="17001" y="23296"/>
                  <a:pt x="15443" y="23988"/>
                </a:cubicBezTo>
                <a:cubicBezTo>
                  <a:pt x="13885" y="24680"/>
                  <a:pt x="14837" y="23976"/>
                  <a:pt x="14517" y="23953"/>
                </a:cubicBezTo>
                <a:cubicBezTo>
                  <a:pt x="13445" y="23874"/>
                  <a:pt x="12413" y="23836"/>
                  <a:pt x="11428" y="23836"/>
                </a:cubicBezTo>
                <a:cubicBezTo>
                  <a:pt x="4945" y="23836"/>
                  <a:pt x="511" y="25459"/>
                  <a:pt x="39" y="27532"/>
                </a:cubicBezTo>
                <a:cubicBezTo>
                  <a:pt x="-501" y="29917"/>
                  <a:pt x="4649" y="36749"/>
                  <a:pt x="10831" y="39459"/>
                </a:cubicBezTo>
                <a:cubicBezTo>
                  <a:pt x="16017" y="41735"/>
                  <a:pt x="23339" y="46986"/>
                  <a:pt x="30398" y="46986"/>
                </a:cubicBezTo>
                <a:cubicBezTo>
                  <a:pt x="31754" y="46986"/>
                  <a:pt x="33100" y="46792"/>
                  <a:pt x="34419" y="46347"/>
                </a:cubicBezTo>
                <a:cubicBezTo>
                  <a:pt x="42608" y="43581"/>
                  <a:pt x="84686" y="49600"/>
                  <a:pt x="85987" y="31543"/>
                </a:cubicBezTo>
                <a:cubicBezTo>
                  <a:pt x="87289" y="13486"/>
                  <a:pt x="79940" y="9341"/>
                  <a:pt x="75901" y="4106"/>
                </a:cubicBezTo>
                <a:cubicBezTo>
                  <a:pt x="71862" y="-1129"/>
                  <a:pt x="73558" y="135"/>
                  <a:pt x="61755" y="135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2;p3">
            <a:extLst>
              <a:ext uri="{FF2B5EF4-FFF2-40B4-BE49-F238E27FC236}">
                <a16:creationId xmlns:a16="http://schemas.microsoft.com/office/drawing/2014/main" id="{D7C44C21-AA69-4906-8446-8466CB266AF9}"/>
              </a:ext>
            </a:extLst>
          </p:cNvPr>
          <p:cNvSpPr/>
          <p:nvPr userDrawn="1"/>
        </p:nvSpPr>
        <p:spPr>
          <a:xfrm rot="10516523" flipH="1">
            <a:off x="6957725" y="5059957"/>
            <a:ext cx="6478482" cy="3219134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31457"/>
              <a:gd name="connsiteX1" fmla="*/ 58067 w 73424"/>
              <a:gd name="connsiteY1" fmla="*/ 19389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29376"/>
              <a:gd name="connsiteX1" fmla="*/ 58067 w 73424"/>
              <a:gd name="connsiteY1" fmla="*/ 19389 h 29376"/>
              <a:gd name="connsiteX2" fmla="*/ 24778 w 73424"/>
              <a:gd name="connsiteY2" fmla="*/ 25788 h 29376"/>
              <a:gd name="connsiteX3" fmla="*/ 16974 w 73424"/>
              <a:gd name="connsiteY3" fmla="*/ 29025 h 29376"/>
              <a:gd name="connsiteX4" fmla="*/ 0 w 73424"/>
              <a:gd name="connsiteY4" fmla="*/ 18035 h 29376"/>
              <a:gd name="connsiteX0" fmla="*/ 67041 w 67041"/>
              <a:gd name="connsiteY0" fmla="*/ 0 h 29376"/>
              <a:gd name="connsiteX1" fmla="*/ 51684 w 67041"/>
              <a:gd name="connsiteY1" fmla="*/ 19389 h 29376"/>
              <a:gd name="connsiteX2" fmla="*/ 18395 w 67041"/>
              <a:gd name="connsiteY2" fmla="*/ 25788 h 29376"/>
              <a:gd name="connsiteX3" fmla="*/ 10591 w 67041"/>
              <a:gd name="connsiteY3" fmla="*/ 29025 h 29376"/>
              <a:gd name="connsiteX4" fmla="*/ 0 w 67041"/>
              <a:gd name="connsiteY4" fmla="*/ 10502 h 29376"/>
              <a:gd name="connsiteX0" fmla="*/ 67041 w 67041"/>
              <a:gd name="connsiteY0" fmla="*/ 0 h 27223"/>
              <a:gd name="connsiteX1" fmla="*/ 51684 w 67041"/>
              <a:gd name="connsiteY1" fmla="*/ 19389 h 27223"/>
              <a:gd name="connsiteX2" fmla="*/ 18395 w 67041"/>
              <a:gd name="connsiteY2" fmla="*/ 25788 h 27223"/>
              <a:gd name="connsiteX3" fmla="*/ 10214 w 67041"/>
              <a:gd name="connsiteY3" fmla="*/ 26197 h 27223"/>
              <a:gd name="connsiteX4" fmla="*/ 0 w 67041"/>
              <a:gd name="connsiteY4" fmla="*/ 10502 h 27223"/>
              <a:gd name="connsiteX0" fmla="*/ 67041 w 67041"/>
              <a:gd name="connsiteY0" fmla="*/ 0 h 28127"/>
              <a:gd name="connsiteX1" fmla="*/ 51684 w 67041"/>
              <a:gd name="connsiteY1" fmla="*/ 19389 h 28127"/>
              <a:gd name="connsiteX2" fmla="*/ 20086 w 67041"/>
              <a:gd name="connsiteY2" fmla="*/ 27221 h 28127"/>
              <a:gd name="connsiteX3" fmla="*/ 10214 w 67041"/>
              <a:gd name="connsiteY3" fmla="*/ 26197 h 28127"/>
              <a:gd name="connsiteX4" fmla="*/ 0 w 67041"/>
              <a:gd name="connsiteY4" fmla="*/ 10502 h 28127"/>
              <a:gd name="connsiteX0" fmla="*/ 67041 w 67041"/>
              <a:gd name="connsiteY0" fmla="*/ 0 h 27915"/>
              <a:gd name="connsiteX1" fmla="*/ 51684 w 67041"/>
              <a:gd name="connsiteY1" fmla="*/ 19389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7041 w 67041"/>
              <a:gd name="connsiteY0" fmla="*/ 0 h 27915"/>
              <a:gd name="connsiteX1" fmla="*/ 43220 w 67041"/>
              <a:gd name="connsiteY1" fmla="*/ 6935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0570 w 60570"/>
              <a:gd name="connsiteY0" fmla="*/ 0 h 30097"/>
              <a:gd name="connsiteX1" fmla="*/ 43220 w 60570"/>
              <a:gd name="connsiteY1" fmla="*/ 9117 h 30097"/>
              <a:gd name="connsiteX2" fmla="*/ 20086 w 60570"/>
              <a:gd name="connsiteY2" fmla="*/ 29403 h 30097"/>
              <a:gd name="connsiteX3" fmla="*/ 10984 w 60570"/>
              <a:gd name="connsiteY3" fmla="*/ 27315 h 30097"/>
              <a:gd name="connsiteX4" fmla="*/ 0 w 60570"/>
              <a:gd name="connsiteY4" fmla="*/ 12684 h 3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0" h="30097" fill="none" extrusionOk="0">
                <a:moveTo>
                  <a:pt x="60570" y="0"/>
                </a:moveTo>
                <a:cubicBezTo>
                  <a:pt x="60570" y="0"/>
                  <a:pt x="49967" y="4217"/>
                  <a:pt x="43220" y="9117"/>
                </a:cubicBezTo>
                <a:cubicBezTo>
                  <a:pt x="36473" y="14017"/>
                  <a:pt x="27832" y="27413"/>
                  <a:pt x="20086" y="29403"/>
                </a:cubicBezTo>
                <a:cubicBezTo>
                  <a:pt x="12340" y="31393"/>
                  <a:pt x="15114" y="28607"/>
                  <a:pt x="10984" y="27315"/>
                </a:cubicBezTo>
                <a:cubicBezTo>
                  <a:pt x="6854" y="26023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>
            <a:extLst>
              <a:ext uri="{FF2B5EF4-FFF2-40B4-BE49-F238E27FC236}">
                <a16:creationId xmlns:a16="http://schemas.microsoft.com/office/drawing/2014/main" id="{A62885B8-6DEC-4FA2-B9DD-29F52230D613}"/>
              </a:ext>
            </a:extLst>
          </p:cNvPr>
          <p:cNvSpPr/>
          <p:nvPr userDrawn="1"/>
        </p:nvSpPr>
        <p:spPr>
          <a:xfrm rot="5636608" flipH="1">
            <a:off x="-2453358" y="-3976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" fmla="*/ 55307 w 86160"/>
              <a:gd name="connsiteY0" fmla="*/ 18 h 50606"/>
              <a:gd name="connsiteX1" fmla="*/ 46385 w 86160"/>
              <a:gd name="connsiteY1" fmla="*/ 3060 h 50606"/>
              <a:gd name="connsiteX2" fmla="*/ 23250 w 86160"/>
              <a:gd name="connsiteY2" fmla="*/ 20903 h 50606"/>
              <a:gd name="connsiteX3" fmla="*/ 15443 w 86160"/>
              <a:gd name="connsiteY3" fmla="*/ 27608 h 50606"/>
              <a:gd name="connsiteX4" fmla="*/ 14517 w 86160"/>
              <a:gd name="connsiteY4" fmla="*/ 27573 h 50606"/>
              <a:gd name="connsiteX5" fmla="*/ 11428 w 86160"/>
              <a:gd name="connsiteY5" fmla="*/ 27456 h 50606"/>
              <a:gd name="connsiteX6" fmla="*/ 39 w 86160"/>
              <a:gd name="connsiteY6" fmla="*/ 31152 h 50606"/>
              <a:gd name="connsiteX7" fmla="*/ 10831 w 86160"/>
              <a:gd name="connsiteY7" fmla="*/ 43079 h 50606"/>
              <a:gd name="connsiteX8" fmla="*/ 30398 w 86160"/>
              <a:gd name="connsiteY8" fmla="*/ 50606 h 50606"/>
              <a:gd name="connsiteX9" fmla="*/ 34419 w 86160"/>
              <a:gd name="connsiteY9" fmla="*/ 49967 h 50606"/>
              <a:gd name="connsiteX10" fmla="*/ 85987 w 86160"/>
              <a:gd name="connsiteY10" fmla="*/ 35163 h 50606"/>
              <a:gd name="connsiteX11" fmla="*/ 75901 w 86160"/>
              <a:gd name="connsiteY11" fmla="*/ 7726 h 50606"/>
              <a:gd name="connsiteX12" fmla="*/ 55307 w 86160"/>
              <a:gd name="connsiteY12" fmla="*/ 18 h 50606"/>
              <a:gd name="connsiteX0" fmla="*/ 55307 w 79837"/>
              <a:gd name="connsiteY0" fmla="*/ 18 h 52262"/>
              <a:gd name="connsiteX1" fmla="*/ 46385 w 79837"/>
              <a:gd name="connsiteY1" fmla="*/ 3060 h 52262"/>
              <a:gd name="connsiteX2" fmla="*/ 23250 w 79837"/>
              <a:gd name="connsiteY2" fmla="*/ 20903 h 52262"/>
              <a:gd name="connsiteX3" fmla="*/ 15443 w 79837"/>
              <a:gd name="connsiteY3" fmla="*/ 27608 h 52262"/>
              <a:gd name="connsiteX4" fmla="*/ 14517 w 79837"/>
              <a:gd name="connsiteY4" fmla="*/ 27573 h 52262"/>
              <a:gd name="connsiteX5" fmla="*/ 11428 w 79837"/>
              <a:gd name="connsiteY5" fmla="*/ 27456 h 52262"/>
              <a:gd name="connsiteX6" fmla="*/ 39 w 79837"/>
              <a:gd name="connsiteY6" fmla="*/ 31152 h 52262"/>
              <a:gd name="connsiteX7" fmla="*/ 10831 w 79837"/>
              <a:gd name="connsiteY7" fmla="*/ 43079 h 52262"/>
              <a:gd name="connsiteX8" fmla="*/ 30398 w 79837"/>
              <a:gd name="connsiteY8" fmla="*/ 50606 h 52262"/>
              <a:gd name="connsiteX9" fmla="*/ 34419 w 79837"/>
              <a:gd name="connsiteY9" fmla="*/ 49967 h 52262"/>
              <a:gd name="connsiteX10" fmla="*/ 79229 w 79837"/>
              <a:gd name="connsiteY10" fmla="*/ 22039 h 52262"/>
              <a:gd name="connsiteX11" fmla="*/ 75901 w 79837"/>
              <a:gd name="connsiteY11" fmla="*/ 7726 h 52262"/>
              <a:gd name="connsiteX12" fmla="*/ 55307 w 79837"/>
              <a:gd name="connsiteY12" fmla="*/ 18 h 52262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14512 w 79832"/>
              <a:gd name="connsiteY4" fmla="*/ 27573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402" y="16812"/>
                  <a:pt x="23245" y="20903"/>
                </a:cubicBezTo>
                <a:cubicBezTo>
                  <a:pt x="18088" y="24994"/>
                  <a:pt x="22692" y="27608"/>
                  <a:pt x="15438" y="27608"/>
                </a:cubicBezTo>
                <a:cubicBezTo>
                  <a:pt x="15141" y="27608"/>
                  <a:pt x="14832" y="27596"/>
                  <a:pt x="14512" y="27573"/>
                </a:cubicBezTo>
                <a:cubicBezTo>
                  <a:pt x="13440" y="27494"/>
                  <a:pt x="12408" y="27456"/>
                  <a:pt x="11423" y="27456"/>
                </a:cubicBezTo>
                <a:cubicBezTo>
                  <a:pt x="4940" y="27456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>
            <a:extLst>
              <a:ext uri="{FF2B5EF4-FFF2-40B4-BE49-F238E27FC236}">
                <a16:creationId xmlns:a16="http://schemas.microsoft.com/office/drawing/2014/main" id="{86999DB2-B561-462F-932D-00FD467CF02F}"/>
              </a:ext>
            </a:extLst>
          </p:cNvPr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Google Shape;20;p3">
            <a:extLst>
              <a:ext uri="{FF2B5EF4-FFF2-40B4-BE49-F238E27FC236}">
                <a16:creationId xmlns:a16="http://schemas.microsoft.com/office/drawing/2014/main" id="{42B27CB7-B8F6-4150-82B0-1DA60E4ED577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1;p4">
            <a:extLst>
              <a:ext uri="{FF2B5EF4-FFF2-40B4-BE49-F238E27FC236}">
                <a16:creationId xmlns:a16="http://schemas.microsoft.com/office/drawing/2014/main" id="{3961D41C-692B-42A8-87F2-FC59DE6A9946}"/>
              </a:ext>
            </a:extLst>
          </p:cNvPr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8914 w 71064"/>
              <a:gd name="connsiteY7" fmla="*/ 79207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9225 w 71064"/>
              <a:gd name="connsiteY7" fmla="*/ 77558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Google Shape;20;p3">
            <a:extLst>
              <a:ext uri="{FF2B5EF4-FFF2-40B4-BE49-F238E27FC236}">
                <a16:creationId xmlns:a16="http://schemas.microsoft.com/office/drawing/2014/main" id="{BD2B567A-3974-49D9-9365-ABA029B9EE22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>
            <a:extLst>
              <a:ext uri="{FF2B5EF4-FFF2-40B4-BE49-F238E27FC236}">
                <a16:creationId xmlns:a16="http://schemas.microsoft.com/office/drawing/2014/main" id="{3661A48C-0581-4A50-81C7-B3B86E720CED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Google Shape;28;p3">
            <a:extLst>
              <a:ext uri="{FF2B5EF4-FFF2-40B4-BE49-F238E27FC236}">
                <a16:creationId xmlns:a16="http://schemas.microsoft.com/office/drawing/2014/main" id="{9B4CC580-A6B9-4823-A8D5-A4110779391A}"/>
              </a:ext>
            </a:extLst>
          </p:cNvPr>
          <p:cNvSpPr/>
          <p:nvPr userDrawn="1"/>
        </p:nvSpPr>
        <p:spPr>
          <a:xfrm>
            <a:off x="548048" y="1925876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Google Shape;28;p3">
            <a:extLst>
              <a:ext uri="{FF2B5EF4-FFF2-40B4-BE49-F238E27FC236}">
                <a16:creationId xmlns:a16="http://schemas.microsoft.com/office/drawing/2014/main" id="{A07208E9-A35F-4C3D-B0A4-99ABB5104050}"/>
              </a:ext>
            </a:extLst>
          </p:cNvPr>
          <p:cNvSpPr/>
          <p:nvPr userDrawn="1"/>
        </p:nvSpPr>
        <p:spPr>
          <a:xfrm>
            <a:off x="548048" y="3443495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Google Shape;28;p3">
            <a:extLst>
              <a:ext uri="{FF2B5EF4-FFF2-40B4-BE49-F238E27FC236}">
                <a16:creationId xmlns:a16="http://schemas.microsoft.com/office/drawing/2014/main" id="{9F9DA8D6-05BC-44F6-9B48-DF2A96D2D5A4}"/>
              </a:ext>
            </a:extLst>
          </p:cNvPr>
          <p:cNvSpPr/>
          <p:nvPr userDrawn="1"/>
        </p:nvSpPr>
        <p:spPr>
          <a:xfrm>
            <a:off x="548048" y="4961570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AD30BB36-1D6F-482F-B8DE-C6992517755C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1500" dirty="0" err="1">
                <a:latin typeface="Garamond" panose="02020404030301010803" pitchFamily="18" charset="0"/>
              </a:rPr>
              <a:t>Демоэкзамен</a:t>
            </a:r>
            <a:endParaRPr lang="ru-RU" sz="11500" dirty="0">
              <a:latin typeface="Garamond" panose="02020404030301010803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ru-RU" sz="3200" dirty="0">
                <a:latin typeface="Garamond" panose="02020404030301010803" pitchFamily="18" charset="0"/>
              </a:rPr>
              <a:t>МОДУЛЬ 2</a:t>
            </a:r>
          </a:p>
          <a:p>
            <a:pPr>
              <a:spcBef>
                <a:spcPts val="0"/>
              </a:spcBef>
            </a:pPr>
            <a:r>
              <a:rPr lang="ru-RU" sz="3200" dirty="0">
                <a:latin typeface="Garamond" panose="02020404030301010803" pitchFamily="18" charset="0"/>
              </a:rPr>
              <a:t>БЛОК-СХЕМА. ГОСТ</a:t>
            </a:r>
            <a:endParaRPr lang="en-US" sz="3200" dirty="0">
              <a:latin typeface="Garamond" panose="02020404030301010803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D05AD-7622-41A5-8E0E-0363D37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Первое задание модуля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B0CF5-C2E7-4E01-A71D-07C9DEAF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Сформировать алгоритм разработки приложения: оформить алгоритм в виде блок-схемы, согласно стандарту ГОСТ 19.701-90. Документ представить в формате .</a:t>
            </a:r>
            <a:r>
              <a:rPr lang="ru-RU" sz="3600" dirty="0" err="1"/>
              <a:t>pdf</a:t>
            </a:r>
            <a:r>
              <a:rPr lang="ru-RU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4890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Понятие алгоритма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/>
              <a:t>Алгоритм</a:t>
            </a:r>
            <a:r>
              <a:rPr lang="ru-RU" sz="3600" dirty="0"/>
              <a:t> — это четкая последовательность действий, направленных на достижение некоторого результата или решение задачи за конечное число шагов. 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33673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Свойства алгоритма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Дискретность	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Понятность	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Определённость	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Результативность	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Массовость	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83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01784-9FB5-42E0-B5AB-0184EAEB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 алгоритмов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5A101-9D97-453D-8F98-2D39B2A17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Линейные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Состоят из последовательности команд, выполняющихся одна за другой.</a:t>
            </a: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Разветвляющиеся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Выполнение команд зависит от условия.</a:t>
            </a: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Циклические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Некоторые действия повторяются многократно, пока выполняется условие.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22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86019-462C-43E1-B5FF-ED9C816E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ГОСТ 19.701-90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41F49C-3992-4B70-A7A2-C3BE2D378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Стандарт устанавливает единые условные обозначения (символы) и правила для создания схем.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Его цель </a:t>
            </a:r>
            <a:r>
              <a:rPr lang="ru-RU" dirty="0">
                <a:sym typeface="Symbol" panose="05050102010706020507" pitchFamily="18" charset="2"/>
              </a:rPr>
              <a:t> обеспечить единообразие и понятность документации для всех специалистов.</a:t>
            </a:r>
          </a:p>
          <a:p>
            <a:pPr marL="0" indent="0">
              <a:buNone/>
            </a:pPr>
            <a:endParaRPr lang="ru-RU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ru-RU" dirty="0">
                <a:sym typeface="Symbol" panose="05050102010706020507" pitchFamily="18" charset="2"/>
              </a:rPr>
              <a:t>Применяется для: с</a:t>
            </a:r>
            <a:r>
              <a:rPr lang="ru-RU" dirty="0"/>
              <a:t>хем алгоритмов, программ, данных, работы систем, взаимодействия программ и ресурсов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84373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86019-462C-43E1-B5FF-ED9C816E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ГОСТ 19.701-90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41F49C-3992-4B70-A7A2-C3BE2D378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Стандарт определяет 5 основных типов схем, каждый со своей целью: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Схема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Схема программы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Схема работы системы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Схема взаимодействия программ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Схема ресурсов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19366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3600" dirty="0"/>
              <a:t>Читаем задание</a:t>
            </a:r>
          </a:p>
          <a:p>
            <a:pPr marL="514350" indent="-514350">
              <a:buAutoNum type="arabicPeriod"/>
            </a:pPr>
            <a:r>
              <a:rPr lang="ru-RU" sz="3600" dirty="0"/>
              <a:t>Выделяем основные шаги</a:t>
            </a:r>
          </a:p>
          <a:p>
            <a:pPr marL="514350" indent="-514350">
              <a:buAutoNum type="arabicPeriod"/>
            </a:pPr>
            <a:r>
              <a:rPr lang="ru-RU" sz="3600" dirty="0"/>
              <a:t>Строим блок-схему</a:t>
            </a:r>
          </a:p>
          <a:p>
            <a:pPr marL="514350" indent="-514350">
              <a:buAutoNum type="arabicPeriod"/>
            </a:pPr>
            <a:r>
              <a:rPr lang="ru-RU" sz="3600" dirty="0"/>
              <a:t>Экспортируем в </a:t>
            </a:r>
            <a:r>
              <a:rPr lang="en-US" sz="3600" dirty="0"/>
              <a:t>PDF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00398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Ошибка на которую вы можете попасться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Блок-схему нужно строить не по работе приложения, а по выполнению задания</a:t>
            </a:r>
          </a:p>
        </p:txBody>
      </p:sp>
    </p:spTree>
    <p:extLst>
      <p:ext uri="{BB962C8B-B14F-4D97-AF65-F5344CB8AC3E}">
        <p14:creationId xmlns:p14="http://schemas.microsoft.com/office/powerpoint/2010/main" val="17954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3600" dirty="0"/>
              <a:t>Читаем задание</a:t>
            </a:r>
          </a:p>
          <a:p>
            <a:pPr marL="514350" indent="-514350">
              <a:buAutoNum type="arabicPeriod"/>
            </a:pPr>
            <a:r>
              <a:rPr lang="ru-RU" sz="3600" dirty="0"/>
              <a:t>Вспоминаем этапы жизненного цикла</a:t>
            </a:r>
          </a:p>
          <a:p>
            <a:pPr marL="514350" indent="-514350">
              <a:buAutoNum type="arabicPeriod"/>
            </a:pPr>
            <a:r>
              <a:rPr lang="ru-RU" sz="3600" dirty="0"/>
              <a:t>Выделяем основные шаги</a:t>
            </a:r>
          </a:p>
          <a:p>
            <a:pPr marL="514350" indent="-514350">
              <a:buAutoNum type="arabicPeriod"/>
            </a:pPr>
            <a:r>
              <a:rPr lang="ru-RU" sz="3600" dirty="0"/>
              <a:t>Строим блок-схему</a:t>
            </a:r>
          </a:p>
          <a:p>
            <a:pPr marL="514350" indent="-514350">
              <a:buAutoNum type="arabicPeriod"/>
            </a:pPr>
            <a:r>
              <a:rPr lang="ru-RU" sz="3600" dirty="0"/>
              <a:t>Экспортируем в </a:t>
            </a:r>
            <a:r>
              <a:rPr lang="en-US" sz="3600" dirty="0"/>
              <a:t>PDF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01927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Из ГОСТа можно выделить следующие элементы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3AF211-4316-4349-B35B-07D3E82E4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3143"/>
            <a:ext cx="12192000" cy="209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5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Из ГОСТа можно выделить следующие элементы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B345F2-3F61-47A8-BE03-B7D31E080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0" y="2881950"/>
            <a:ext cx="11679280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Из ГОСТа можно выделить следующие элементы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CF151D-BA4F-4D3C-B96E-D2F9CDF92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5720"/>
            <a:ext cx="12192000" cy="17665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995AA9-A2E2-411A-934E-1F4605B6D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4" y="4210388"/>
            <a:ext cx="12192000" cy="164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7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Из ГОСТа можно выделить следующие элементы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A8A8A9-B6E0-4E39-84FF-17E40333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1038"/>
            <a:ext cx="12192000" cy="342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Из ГОСТа можно выделить следующие элементы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FBF0CB-1C2C-402F-A8E5-6E06F5642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1281"/>
            <a:ext cx="12192000" cy="171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6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9CC5-B525-4861-B917-1EB3AE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построения блок-схемы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73651-950A-433A-B19B-262806E3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Из ГОСТа можно выделить следующие элементы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3B615F-3E9D-44C2-B798-C31840B0D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2295"/>
            <a:ext cx="12192000" cy="28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2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вроде классно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226</Words>
  <Application>Microsoft Office PowerPoint</Application>
  <PresentationFormat>Широкоэкранный</PresentationFormat>
  <Paragraphs>59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Garamond</vt:lpstr>
      <vt:lpstr>Symbol</vt:lpstr>
      <vt:lpstr>Times New Roman</vt:lpstr>
      <vt:lpstr>Тема Office</vt:lpstr>
      <vt:lpstr>Демоэкзамен</vt:lpstr>
      <vt:lpstr>Первое задание модуля 2</vt:lpstr>
      <vt:lpstr>Понятие алгоритма</vt:lpstr>
      <vt:lpstr>Свойства алгоритма</vt:lpstr>
      <vt:lpstr>Виды алгоритмов</vt:lpstr>
      <vt:lpstr>ГОСТ 19.701-90</vt:lpstr>
      <vt:lpstr>ГОСТ 19.701-90</vt:lpstr>
      <vt:lpstr>Алгоритм построения блок-схемы</vt:lpstr>
      <vt:lpstr>Ошибка на которую вы можете попасться</vt:lpstr>
      <vt:lpstr>Алгоритм построения блок-схемы</vt:lpstr>
      <vt:lpstr>Алгоритм построения блок-схемы</vt:lpstr>
      <vt:lpstr>Алгоритм построения блок-схемы</vt:lpstr>
      <vt:lpstr>Алгоритм построения блок-схемы</vt:lpstr>
      <vt:lpstr>Алгоритм построения блок-схемы</vt:lpstr>
      <vt:lpstr>Алгоритм построения блок-схемы</vt:lpstr>
      <vt:lpstr>Алгоритм построения блок-схемы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светлый, шаблон презентации с сайта presentation-creation.ru</dc:title>
  <dc:creator>User Obstinate</dc:creator>
  <cp:lastModifiedBy>жяба</cp:lastModifiedBy>
  <cp:revision>37</cp:revision>
  <dcterms:created xsi:type="dcterms:W3CDTF">2024-11-04T08:17:15Z</dcterms:created>
  <dcterms:modified xsi:type="dcterms:W3CDTF">2026-02-08T18:54:22Z</dcterms:modified>
</cp:coreProperties>
</file>