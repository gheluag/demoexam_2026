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1" r:id="rId3"/>
    <p:sldId id="292" r:id="rId4"/>
    <p:sldId id="293" r:id="rId5"/>
    <p:sldId id="294" r:id="rId6"/>
    <p:sldId id="296" r:id="rId7"/>
    <p:sldId id="297" r:id="rId8"/>
    <p:sldId id="298" r:id="rId9"/>
    <p:sldId id="299" r:id="rId10"/>
    <p:sldId id="295" r:id="rId11"/>
    <p:sldId id="300" r:id="rId12"/>
    <p:sldId id="303" r:id="rId13"/>
    <p:sldId id="301" r:id="rId14"/>
    <p:sldId id="302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3" r:id="rId23"/>
    <p:sldId id="311" r:id="rId24"/>
    <p:sldId id="312" r:id="rId25"/>
    <p:sldId id="314" r:id="rId26"/>
    <p:sldId id="315" r:id="rId27"/>
    <p:sldId id="316" r:id="rId28"/>
    <p:sldId id="317" r:id="rId29"/>
    <p:sldId id="318" r:id="rId30"/>
    <p:sldId id="319" r:id="rId3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23" y="-278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3B6D4-8099-4756-8908-562500375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40E2CC7-777D-448D-B56E-B8CD1C186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BF387E-AB7B-4B4B-897D-81514C7BA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08.02.2026</a:t>
            </a:fld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0FBE17-044B-4AF6-A289-0A782F3B7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0144957-439D-47CC-A8ED-6A2C122E5876}"/>
              </a:ext>
            </a:extLst>
          </p:cNvPr>
          <p:cNvSpPr/>
          <p:nvPr userDrawn="1"/>
        </p:nvSpPr>
        <p:spPr>
          <a:xfrm>
            <a:off x="4854698" y="634674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presentation-creation.ru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59A56F-C8EE-4028-B120-76C4E70D0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presentation-creation.ru</a:t>
            </a:r>
            <a:endParaRPr lang="ru-RU" dirty="0"/>
          </a:p>
        </p:txBody>
      </p:sp>
      <p:sp>
        <p:nvSpPr>
          <p:cNvPr id="15" name="Google Shape;21;p3">
            <a:extLst>
              <a:ext uri="{FF2B5EF4-FFF2-40B4-BE49-F238E27FC236}">
                <a16:creationId xmlns:a16="http://schemas.microsoft.com/office/drawing/2014/main" id="{F25BF6C3-6CEF-4217-9A35-451DBD2B05EA}"/>
              </a:ext>
            </a:extLst>
          </p:cNvPr>
          <p:cNvSpPr/>
          <p:nvPr userDrawn="1"/>
        </p:nvSpPr>
        <p:spPr>
          <a:xfrm rot="767936" flipH="1">
            <a:off x="7311027" y="5562092"/>
            <a:ext cx="5658256" cy="3086393"/>
          </a:xfrm>
          <a:custGeom>
            <a:avLst/>
            <a:gdLst>
              <a:gd name="connsiteX0" fmla="*/ 54690 w 86090"/>
              <a:gd name="connsiteY0" fmla="*/ 116 h 53568"/>
              <a:gd name="connsiteX1" fmla="*/ 43799 w 86090"/>
              <a:gd name="connsiteY1" fmla="*/ 3420 h 53568"/>
              <a:gd name="connsiteX2" fmla="*/ 23867 w 86090"/>
              <a:gd name="connsiteY2" fmla="*/ 26384 h 53568"/>
              <a:gd name="connsiteX3" fmla="*/ 15443 w 86090"/>
              <a:gd name="connsiteY3" fmla="*/ 30570 h 53568"/>
              <a:gd name="connsiteX4" fmla="*/ 14517 w 86090"/>
              <a:gd name="connsiteY4" fmla="*/ 30535 h 53568"/>
              <a:gd name="connsiteX5" fmla="*/ 11428 w 86090"/>
              <a:gd name="connsiteY5" fmla="*/ 30418 h 53568"/>
              <a:gd name="connsiteX6" fmla="*/ 39 w 86090"/>
              <a:gd name="connsiteY6" fmla="*/ 34114 h 53568"/>
              <a:gd name="connsiteX7" fmla="*/ 10831 w 86090"/>
              <a:gd name="connsiteY7" fmla="*/ 46041 h 53568"/>
              <a:gd name="connsiteX8" fmla="*/ 30398 w 86090"/>
              <a:gd name="connsiteY8" fmla="*/ 53568 h 53568"/>
              <a:gd name="connsiteX9" fmla="*/ 34419 w 86090"/>
              <a:gd name="connsiteY9" fmla="*/ 52929 h 53568"/>
              <a:gd name="connsiteX10" fmla="*/ 85987 w 86090"/>
              <a:gd name="connsiteY10" fmla="*/ 38125 h 53568"/>
              <a:gd name="connsiteX11" fmla="*/ 75901 w 86090"/>
              <a:gd name="connsiteY11" fmla="*/ 10688 h 53568"/>
              <a:gd name="connsiteX12" fmla="*/ 54690 w 86090"/>
              <a:gd name="connsiteY12" fmla="*/ 116 h 53568"/>
              <a:gd name="connsiteX0" fmla="*/ 54690 w 86090"/>
              <a:gd name="connsiteY0" fmla="*/ 0 h 53452"/>
              <a:gd name="connsiteX1" fmla="*/ 44407 w 86090"/>
              <a:gd name="connsiteY1" fmla="*/ 18431 h 53452"/>
              <a:gd name="connsiteX2" fmla="*/ 23867 w 86090"/>
              <a:gd name="connsiteY2" fmla="*/ 26268 h 53452"/>
              <a:gd name="connsiteX3" fmla="*/ 15443 w 86090"/>
              <a:gd name="connsiteY3" fmla="*/ 30454 h 53452"/>
              <a:gd name="connsiteX4" fmla="*/ 14517 w 86090"/>
              <a:gd name="connsiteY4" fmla="*/ 30419 h 53452"/>
              <a:gd name="connsiteX5" fmla="*/ 11428 w 86090"/>
              <a:gd name="connsiteY5" fmla="*/ 30302 h 53452"/>
              <a:gd name="connsiteX6" fmla="*/ 39 w 86090"/>
              <a:gd name="connsiteY6" fmla="*/ 33998 h 53452"/>
              <a:gd name="connsiteX7" fmla="*/ 10831 w 86090"/>
              <a:gd name="connsiteY7" fmla="*/ 45925 h 53452"/>
              <a:gd name="connsiteX8" fmla="*/ 30398 w 86090"/>
              <a:gd name="connsiteY8" fmla="*/ 53452 h 53452"/>
              <a:gd name="connsiteX9" fmla="*/ 34419 w 86090"/>
              <a:gd name="connsiteY9" fmla="*/ 52813 h 53452"/>
              <a:gd name="connsiteX10" fmla="*/ 85987 w 86090"/>
              <a:gd name="connsiteY10" fmla="*/ 38009 h 53452"/>
              <a:gd name="connsiteX11" fmla="*/ 75901 w 86090"/>
              <a:gd name="connsiteY11" fmla="*/ 10572 h 53452"/>
              <a:gd name="connsiteX12" fmla="*/ 54690 w 86090"/>
              <a:gd name="connsiteY12" fmla="*/ 0 h 53452"/>
              <a:gd name="connsiteX0" fmla="*/ 61755 w 86139"/>
              <a:gd name="connsiteY0" fmla="*/ 135 h 46986"/>
              <a:gd name="connsiteX1" fmla="*/ 44407 w 86139"/>
              <a:gd name="connsiteY1" fmla="*/ 11965 h 46986"/>
              <a:gd name="connsiteX2" fmla="*/ 23867 w 86139"/>
              <a:gd name="connsiteY2" fmla="*/ 19802 h 46986"/>
              <a:gd name="connsiteX3" fmla="*/ 15443 w 86139"/>
              <a:gd name="connsiteY3" fmla="*/ 23988 h 46986"/>
              <a:gd name="connsiteX4" fmla="*/ 14517 w 86139"/>
              <a:gd name="connsiteY4" fmla="*/ 23953 h 46986"/>
              <a:gd name="connsiteX5" fmla="*/ 11428 w 86139"/>
              <a:gd name="connsiteY5" fmla="*/ 23836 h 46986"/>
              <a:gd name="connsiteX6" fmla="*/ 39 w 86139"/>
              <a:gd name="connsiteY6" fmla="*/ 27532 h 46986"/>
              <a:gd name="connsiteX7" fmla="*/ 10831 w 86139"/>
              <a:gd name="connsiteY7" fmla="*/ 39459 h 46986"/>
              <a:gd name="connsiteX8" fmla="*/ 30398 w 86139"/>
              <a:gd name="connsiteY8" fmla="*/ 46986 h 46986"/>
              <a:gd name="connsiteX9" fmla="*/ 34419 w 86139"/>
              <a:gd name="connsiteY9" fmla="*/ 46347 h 46986"/>
              <a:gd name="connsiteX10" fmla="*/ 85987 w 86139"/>
              <a:gd name="connsiteY10" fmla="*/ 31543 h 46986"/>
              <a:gd name="connsiteX11" fmla="*/ 75901 w 86139"/>
              <a:gd name="connsiteY11" fmla="*/ 4106 h 46986"/>
              <a:gd name="connsiteX12" fmla="*/ 61755 w 86139"/>
              <a:gd name="connsiteY12" fmla="*/ 135 h 46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6139" h="46986" extrusionOk="0">
                <a:moveTo>
                  <a:pt x="61755" y="135"/>
                </a:moveTo>
                <a:cubicBezTo>
                  <a:pt x="58273" y="135"/>
                  <a:pt x="50722" y="8687"/>
                  <a:pt x="44407" y="11965"/>
                </a:cubicBezTo>
                <a:cubicBezTo>
                  <a:pt x="38092" y="15243"/>
                  <a:pt x="28694" y="17798"/>
                  <a:pt x="23867" y="19802"/>
                </a:cubicBezTo>
                <a:cubicBezTo>
                  <a:pt x="19040" y="21806"/>
                  <a:pt x="17001" y="23296"/>
                  <a:pt x="15443" y="23988"/>
                </a:cubicBezTo>
                <a:cubicBezTo>
                  <a:pt x="13885" y="24680"/>
                  <a:pt x="14837" y="23976"/>
                  <a:pt x="14517" y="23953"/>
                </a:cubicBezTo>
                <a:cubicBezTo>
                  <a:pt x="13445" y="23874"/>
                  <a:pt x="12413" y="23836"/>
                  <a:pt x="11428" y="23836"/>
                </a:cubicBezTo>
                <a:cubicBezTo>
                  <a:pt x="4945" y="23836"/>
                  <a:pt x="511" y="25459"/>
                  <a:pt x="39" y="27532"/>
                </a:cubicBezTo>
                <a:cubicBezTo>
                  <a:pt x="-501" y="29917"/>
                  <a:pt x="4649" y="36749"/>
                  <a:pt x="10831" y="39459"/>
                </a:cubicBezTo>
                <a:cubicBezTo>
                  <a:pt x="16017" y="41735"/>
                  <a:pt x="23339" y="46986"/>
                  <a:pt x="30398" y="46986"/>
                </a:cubicBezTo>
                <a:cubicBezTo>
                  <a:pt x="31754" y="46986"/>
                  <a:pt x="33100" y="46792"/>
                  <a:pt x="34419" y="46347"/>
                </a:cubicBezTo>
                <a:cubicBezTo>
                  <a:pt x="42608" y="43581"/>
                  <a:pt x="84686" y="49600"/>
                  <a:pt x="85987" y="31543"/>
                </a:cubicBezTo>
                <a:cubicBezTo>
                  <a:pt x="87289" y="13486"/>
                  <a:pt x="79940" y="9341"/>
                  <a:pt x="75901" y="4106"/>
                </a:cubicBezTo>
                <a:cubicBezTo>
                  <a:pt x="71862" y="-1129"/>
                  <a:pt x="73558" y="135"/>
                  <a:pt x="61755" y="135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22;p3">
            <a:extLst>
              <a:ext uri="{FF2B5EF4-FFF2-40B4-BE49-F238E27FC236}">
                <a16:creationId xmlns:a16="http://schemas.microsoft.com/office/drawing/2014/main" id="{D7C44C21-AA69-4906-8446-8466CB266AF9}"/>
              </a:ext>
            </a:extLst>
          </p:cNvPr>
          <p:cNvSpPr/>
          <p:nvPr userDrawn="1"/>
        </p:nvSpPr>
        <p:spPr>
          <a:xfrm rot="10516523" flipH="1">
            <a:off x="6957725" y="5059957"/>
            <a:ext cx="6478482" cy="3219134"/>
          </a:xfrm>
          <a:custGeom>
            <a:avLst/>
            <a:gdLst>
              <a:gd name="connsiteX0" fmla="*/ 73424 w 73424"/>
              <a:gd name="connsiteY0" fmla="*/ 0 h 31457"/>
              <a:gd name="connsiteX1" fmla="*/ 60785 w 73424"/>
              <a:gd name="connsiteY1" fmla="*/ 24597 h 31457"/>
              <a:gd name="connsiteX2" fmla="*/ 24778 w 73424"/>
              <a:gd name="connsiteY2" fmla="*/ 25788 h 31457"/>
              <a:gd name="connsiteX3" fmla="*/ 0 w 73424"/>
              <a:gd name="connsiteY3" fmla="*/ 18035 h 31457"/>
              <a:gd name="connsiteX0" fmla="*/ 73424 w 73424"/>
              <a:gd name="connsiteY0" fmla="*/ 0 h 31457"/>
              <a:gd name="connsiteX1" fmla="*/ 58067 w 73424"/>
              <a:gd name="connsiteY1" fmla="*/ 19389 h 31457"/>
              <a:gd name="connsiteX2" fmla="*/ 24778 w 73424"/>
              <a:gd name="connsiteY2" fmla="*/ 25788 h 31457"/>
              <a:gd name="connsiteX3" fmla="*/ 0 w 73424"/>
              <a:gd name="connsiteY3" fmla="*/ 18035 h 31457"/>
              <a:gd name="connsiteX0" fmla="*/ 73424 w 73424"/>
              <a:gd name="connsiteY0" fmla="*/ 0 h 29376"/>
              <a:gd name="connsiteX1" fmla="*/ 58067 w 73424"/>
              <a:gd name="connsiteY1" fmla="*/ 19389 h 29376"/>
              <a:gd name="connsiteX2" fmla="*/ 24778 w 73424"/>
              <a:gd name="connsiteY2" fmla="*/ 25788 h 29376"/>
              <a:gd name="connsiteX3" fmla="*/ 16974 w 73424"/>
              <a:gd name="connsiteY3" fmla="*/ 29025 h 29376"/>
              <a:gd name="connsiteX4" fmla="*/ 0 w 73424"/>
              <a:gd name="connsiteY4" fmla="*/ 18035 h 29376"/>
              <a:gd name="connsiteX0" fmla="*/ 67041 w 67041"/>
              <a:gd name="connsiteY0" fmla="*/ 0 h 29376"/>
              <a:gd name="connsiteX1" fmla="*/ 51684 w 67041"/>
              <a:gd name="connsiteY1" fmla="*/ 19389 h 29376"/>
              <a:gd name="connsiteX2" fmla="*/ 18395 w 67041"/>
              <a:gd name="connsiteY2" fmla="*/ 25788 h 29376"/>
              <a:gd name="connsiteX3" fmla="*/ 10591 w 67041"/>
              <a:gd name="connsiteY3" fmla="*/ 29025 h 29376"/>
              <a:gd name="connsiteX4" fmla="*/ 0 w 67041"/>
              <a:gd name="connsiteY4" fmla="*/ 10502 h 29376"/>
              <a:gd name="connsiteX0" fmla="*/ 67041 w 67041"/>
              <a:gd name="connsiteY0" fmla="*/ 0 h 27223"/>
              <a:gd name="connsiteX1" fmla="*/ 51684 w 67041"/>
              <a:gd name="connsiteY1" fmla="*/ 19389 h 27223"/>
              <a:gd name="connsiteX2" fmla="*/ 18395 w 67041"/>
              <a:gd name="connsiteY2" fmla="*/ 25788 h 27223"/>
              <a:gd name="connsiteX3" fmla="*/ 10214 w 67041"/>
              <a:gd name="connsiteY3" fmla="*/ 26197 h 27223"/>
              <a:gd name="connsiteX4" fmla="*/ 0 w 67041"/>
              <a:gd name="connsiteY4" fmla="*/ 10502 h 27223"/>
              <a:gd name="connsiteX0" fmla="*/ 67041 w 67041"/>
              <a:gd name="connsiteY0" fmla="*/ 0 h 28127"/>
              <a:gd name="connsiteX1" fmla="*/ 51684 w 67041"/>
              <a:gd name="connsiteY1" fmla="*/ 19389 h 28127"/>
              <a:gd name="connsiteX2" fmla="*/ 20086 w 67041"/>
              <a:gd name="connsiteY2" fmla="*/ 27221 h 28127"/>
              <a:gd name="connsiteX3" fmla="*/ 10214 w 67041"/>
              <a:gd name="connsiteY3" fmla="*/ 26197 h 28127"/>
              <a:gd name="connsiteX4" fmla="*/ 0 w 67041"/>
              <a:gd name="connsiteY4" fmla="*/ 10502 h 28127"/>
              <a:gd name="connsiteX0" fmla="*/ 67041 w 67041"/>
              <a:gd name="connsiteY0" fmla="*/ 0 h 27915"/>
              <a:gd name="connsiteX1" fmla="*/ 51684 w 67041"/>
              <a:gd name="connsiteY1" fmla="*/ 19389 h 27915"/>
              <a:gd name="connsiteX2" fmla="*/ 20086 w 67041"/>
              <a:gd name="connsiteY2" fmla="*/ 27221 h 27915"/>
              <a:gd name="connsiteX3" fmla="*/ 10984 w 67041"/>
              <a:gd name="connsiteY3" fmla="*/ 25133 h 27915"/>
              <a:gd name="connsiteX4" fmla="*/ 0 w 67041"/>
              <a:gd name="connsiteY4" fmla="*/ 10502 h 27915"/>
              <a:gd name="connsiteX0" fmla="*/ 67041 w 67041"/>
              <a:gd name="connsiteY0" fmla="*/ 0 h 27915"/>
              <a:gd name="connsiteX1" fmla="*/ 43220 w 67041"/>
              <a:gd name="connsiteY1" fmla="*/ 6935 h 27915"/>
              <a:gd name="connsiteX2" fmla="*/ 20086 w 67041"/>
              <a:gd name="connsiteY2" fmla="*/ 27221 h 27915"/>
              <a:gd name="connsiteX3" fmla="*/ 10984 w 67041"/>
              <a:gd name="connsiteY3" fmla="*/ 25133 h 27915"/>
              <a:gd name="connsiteX4" fmla="*/ 0 w 67041"/>
              <a:gd name="connsiteY4" fmla="*/ 10502 h 27915"/>
              <a:gd name="connsiteX0" fmla="*/ 60570 w 60570"/>
              <a:gd name="connsiteY0" fmla="*/ 0 h 30097"/>
              <a:gd name="connsiteX1" fmla="*/ 43220 w 60570"/>
              <a:gd name="connsiteY1" fmla="*/ 9117 h 30097"/>
              <a:gd name="connsiteX2" fmla="*/ 20086 w 60570"/>
              <a:gd name="connsiteY2" fmla="*/ 29403 h 30097"/>
              <a:gd name="connsiteX3" fmla="*/ 10984 w 60570"/>
              <a:gd name="connsiteY3" fmla="*/ 27315 h 30097"/>
              <a:gd name="connsiteX4" fmla="*/ 0 w 60570"/>
              <a:gd name="connsiteY4" fmla="*/ 12684 h 30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0" h="30097" fill="none" extrusionOk="0">
                <a:moveTo>
                  <a:pt x="60570" y="0"/>
                </a:moveTo>
                <a:cubicBezTo>
                  <a:pt x="60570" y="0"/>
                  <a:pt x="49967" y="4217"/>
                  <a:pt x="43220" y="9117"/>
                </a:cubicBezTo>
                <a:cubicBezTo>
                  <a:pt x="36473" y="14017"/>
                  <a:pt x="27832" y="27413"/>
                  <a:pt x="20086" y="29403"/>
                </a:cubicBezTo>
                <a:cubicBezTo>
                  <a:pt x="12340" y="31393"/>
                  <a:pt x="15114" y="28607"/>
                  <a:pt x="10984" y="27315"/>
                </a:cubicBezTo>
                <a:cubicBezTo>
                  <a:pt x="6854" y="26023"/>
                  <a:pt x="1931" y="14899"/>
                  <a:pt x="0" y="12684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Google Shape;23;p3">
            <a:extLst>
              <a:ext uri="{FF2B5EF4-FFF2-40B4-BE49-F238E27FC236}">
                <a16:creationId xmlns:a16="http://schemas.microsoft.com/office/drawing/2014/main" id="{A62885B8-6DEC-4FA2-B9DD-29F52230D613}"/>
              </a:ext>
            </a:extLst>
          </p:cNvPr>
          <p:cNvSpPr/>
          <p:nvPr userDrawn="1"/>
        </p:nvSpPr>
        <p:spPr>
          <a:xfrm rot="5636608" flipH="1">
            <a:off x="-2453358" y="-39767"/>
            <a:ext cx="5051971" cy="3279932"/>
          </a:xfrm>
          <a:custGeom>
            <a:avLst/>
            <a:gdLst>
              <a:gd name="connsiteX0" fmla="*/ 55307 w 86160"/>
              <a:gd name="connsiteY0" fmla="*/ 1231 h 51819"/>
              <a:gd name="connsiteX1" fmla="*/ 43799 w 86160"/>
              <a:gd name="connsiteY1" fmla="*/ 1671 h 51819"/>
              <a:gd name="connsiteX2" fmla="*/ 23250 w 86160"/>
              <a:gd name="connsiteY2" fmla="*/ 22116 h 51819"/>
              <a:gd name="connsiteX3" fmla="*/ 15443 w 86160"/>
              <a:gd name="connsiteY3" fmla="*/ 28821 h 51819"/>
              <a:gd name="connsiteX4" fmla="*/ 14517 w 86160"/>
              <a:gd name="connsiteY4" fmla="*/ 28786 h 51819"/>
              <a:gd name="connsiteX5" fmla="*/ 11428 w 86160"/>
              <a:gd name="connsiteY5" fmla="*/ 28669 h 51819"/>
              <a:gd name="connsiteX6" fmla="*/ 39 w 86160"/>
              <a:gd name="connsiteY6" fmla="*/ 32365 h 51819"/>
              <a:gd name="connsiteX7" fmla="*/ 10831 w 86160"/>
              <a:gd name="connsiteY7" fmla="*/ 44292 h 51819"/>
              <a:gd name="connsiteX8" fmla="*/ 30398 w 86160"/>
              <a:gd name="connsiteY8" fmla="*/ 51819 h 51819"/>
              <a:gd name="connsiteX9" fmla="*/ 34419 w 86160"/>
              <a:gd name="connsiteY9" fmla="*/ 51180 h 51819"/>
              <a:gd name="connsiteX10" fmla="*/ 85987 w 86160"/>
              <a:gd name="connsiteY10" fmla="*/ 36376 h 51819"/>
              <a:gd name="connsiteX11" fmla="*/ 75901 w 86160"/>
              <a:gd name="connsiteY11" fmla="*/ 8939 h 51819"/>
              <a:gd name="connsiteX12" fmla="*/ 55307 w 86160"/>
              <a:gd name="connsiteY12" fmla="*/ 1231 h 51819"/>
              <a:gd name="connsiteX0" fmla="*/ 55307 w 86160"/>
              <a:gd name="connsiteY0" fmla="*/ 18 h 50606"/>
              <a:gd name="connsiteX1" fmla="*/ 46385 w 86160"/>
              <a:gd name="connsiteY1" fmla="*/ 3060 h 50606"/>
              <a:gd name="connsiteX2" fmla="*/ 23250 w 86160"/>
              <a:gd name="connsiteY2" fmla="*/ 20903 h 50606"/>
              <a:gd name="connsiteX3" fmla="*/ 15443 w 86160"/>
              <a:gd name="connsiteY3" fmla="*/ 27608 h 50606"/>
              <a:gd name="connsiteX4" fmla="*/ 14517 w 86160"/>
              <a:gd name="connsiteY4" fmla="*/ 27573 h 50606"/>
              <a:gd name="connsiteX5" fmla="*/ 11428 w 86160"/>
              <a:gd name="connsiteY5" fmla="*/ 27456 h 50606"/>
              <a:gd name="connsiteX6" fmla="*/ 39 w 86160"/>
              <a:gd name="connsiteY6" fmla="*/ 31152 h 50606"/>
              <a:gd name="connsiteX7" fmla="*/ 10831 w 86160"/>
              <a:gd name="connsiteY7" fmla="*/ 43079 h 50606"/>
              <a:gd name="connsiteX8" fmla="*/ 30398 w 86160"/>
              <a:gd name="connsiteY8" fmla="*/ 50606 h 50606"/>
              <a:gd name="connsiteX9" fmla="*/ 34419 w 86160"/>
              <a:gd name="connsiteY9" fmla="*/ 49967 h 50606"/>
              <a:gd name="connsiteX10" fmla="*/ 85987 w 86160"/>
              <a:gd name="connsiteY10" fmla="*/ 35163 h 50606"/>
              <a:gd name="connsiteX11" fmla="*/ 75901 w 86160"/>
              <a:gd name="connsiteY11" fmla="*/ 7726 h 50606"/>
              <a:gd name="connsiteX12" fmla="*/ 55307 w 86160"/>
              <a:gd name="connsiteY12" fmla="*/ 18 h 50606"/>
              <a:gd name="connsiteX0" fmla="*/ 55307 w 79837"/>
              <a:gd name="connsiteY0" fmla="*/ 18 h 52262"/>
              <a:gd name="connsiteX1" fmla="*/ 46385 w 79837"/>
              <a:gd name="connsiteY1" fmla="*/ 3060 h 52262"/>
              <a:gd name="connsiteX2" fmla="*/ 23250 w 79837"/>
              <a:gd name="connsiteY2" fmla="*/ 20903 h 52262"/>
              <a:gd name="connsiteX3" fmla="*/ 15443 w 79837"/>
              <a:gd name="connsiteY3" fmla="*/ 27608 h 52262"/>
              <a:gd name="connsiteX4" fmla="*/ 14517 w 79837"/>
              <a:gd name="connsiteY4" fmla="*/ 27573 h 52262"/>
              <a:gd name="connsiteX5" fmla="*/ 11428 w 79837"/>
              <a:gd name="connsiteY5" fmla="*/ 27456 h 52262"/>
              <a:gd name="connsiteX6" fmla="*/ 39 w 79837"/>
              <a:gd name="connsiteY6" fmla="*/ 31152 h 52262"/>
              <a:gd name="connsiteX7" fmla="*/ 10831 w 79837"/>
              <a:gd name="connsiteY7" fmla="*/ 43079 h 52262"/>
              <a:gd name="connsiteX8" fmla="*/ 30398 w 79837"/>
              <a:gd name="connsiteY8" fmla="*/ 50606 h 52262"/>
              <a:gd name="connsiteX9" fmla="*/ 34419 w 79837"/>
              <a:gd name="connsiteY9" fmla="*/ 49967 h 52262"/>
              <a:gd name="connsiteX10" fmla="*/ 79229 w 79837"/>
              <a:gd name="connsiteY10" fmla="*/ 22039 h 52262"/>
              <a:gd name="connsiteX11" fmla="*/ 75901 w 79837"/>
              <a:gd name="connsiteY11" fmla="*/ 7726 h 52262"/>
              <a:gd name="connsiteX12" fmla="*/ 55307 w 79837"/>
              <a:gd name="connsiteY12" fmla="*/ 18 h 52262"/>
              <a:gd name="connsiteX0" fmla="*/ 55302 w 79832"/>
              <a:gd name="connsiteY0" fmla="*/ 18 h 51830"/>
              <a:gd name="connsiteX1" fmla="*/ 46380 w 79832"/>
              <a:gd name="connsiteY1" fmla="*/ 3060 h 51830"/>
              <a:gd name="connsiteX2" fmla="*/ 23245 w 79832"/>
              <a:gd name="connsiteY2" fmla="*/ 20903 h 51830"/>
              <a:gd name="connsiteX3" fmla="*/ 15438 w 79832"/>
              <a:gd name="connsiteY3" fmla="*/ 27608 h 51830"/>
              <a:gd name="connsiteX4" fmla="*/ 14512 w 79832"/>
              <a:gd name="connsiteY4" fmla="*/ 27573 h 51830"/>
              <a:gd name="connsiteX5" fmla="*/ 11423 w 79832"/>
              <a:gd name="connsiteY5" fmla="*/ 27456 h 51830"/>
              <a:gd name="connsiteX6" fmla="*/ 34 w 79832"/>
              <a:gd name="connsiteY6" fmla="*/ 31152 h 51830"/>
              <a:gd name="connsiteX7" fmla="*/ 10826 w 79832"/>
              <a:gd name="connsiteY7" fmla="*/ 43079 h 51830"/>
              <a:gd name="connsiteX8" fmla="*/ 31694 w 79832"/>
              <a:gd name="connsiteY8" fmla="*/ 49313 h 51830"/>
              <a:gd name="connsiteX9" fmla="*/ 34414 w 79832"/>
              <a:gd name="connsiteY9" fmla="*/ 49967 h 51830"/>
              <a:gd name="connsiteX10" fmla="*/ 79224 w 79832"/>
              <a:gd name="connsiteY10" fmla="*/ 22039 h 51830"/>
              <a:gd name="connsiteX11" fmla="*/ 75896 w 79832"/>
              <a:gd name="connsiteY11" fmla="*/ 7726 h 51830"/>
              <a:gd name="connsiteX12" fmla="*/ 55302 w 79832"/>
              <a:gd name="connsiteY12" fmla="*/ 18 h 51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9832" h="51830" extrusionOk="0">
                <a:moveTo>
                  <a:pt x="55302" y="18"/>
                </a:moveTo>
                <a:cubicBezTo>
                  <a:pt x="51820" y="18"/>
                  <a:pt x="51723" y="-421"/>
                  <a:pt x="46380" y="3060"/>
                </a:cubicBezTo>
                <a:cubicBezTo>
                  <a:pt x="41037" y="6541"/>
                  <a:pt x="28402" y="16812"/>
                  <a:pt x="23245" y="20903"/>
                </a:cubicBezTo>
                <a:cubicBezTo>
                  <a:pt x="18088" y="24994"/>
                  <a:pt x="22692" y="27608"/>
                  <a:pt x="15438" y="27608"/>
                </a:cubicBezTo>
                <a:cubicBezTo>
                  <a:pt x="15141" y="27608"/>
                  <a:pt x="14832" y="27596"/>
                  <a:pt x="14512" y="27573"/>
                </a:cubicBezTo>
                <a:cubicBezTo>
                  <a:pt x="13440" y="27494"/>
                  <a:pt x="12408" y="27456"/>
                  <a:pt x="11423" y="27456"/>
                </a:cubicBezTo>
                <a:cubicBezTo>
                  <a:pt x="4940" y="27456"/>
                  <a:pt x="506" y="29079"/>
                  <a:pt x="34" y="31152"/>
                </a:cubicBezTo>
                <a:cubicBezTo>
                  <a:pt x="-506" y="33537"/>
                  <a:pt x="5549" y="40052"/>
                  <a:pt x="10826" y="43079"/>
                </a:cubicBezTo>
                <a:cubicBezTo>
                  <a:pt x="16103" y="46106"/>
                  <a:pt x="24635" y="49313"/>
                  <a:pt x="31694" y="49313"/>
                </a:cubicBezTo>
                <a:cubicBezTo>
                  <a:pt x="33050" y="49313"/>
                  <a:pt x="26492" y="54513"/>
                  <a:pt x="34414" y="49967"/>
                </a:cubicBezTo>
                <a:cubicBezTo>
                  <a:pt x="42336" y="45421"/>
                  <a:pt x="77923" y="40096"/>
                  <a:pt x="79224" y="22039"/>
                </a:cubicBezTo>
                <a:cubicBezTo>
                  <a:pt x="80526" y="3982"/>
                  <a:pt x="79883" y="11396"/>
                  <a:pt x="75896" y="7726"/>
                </a:cubicBezTo>
                <a:cubicBezTo>
                  <a:pt x="71909" y="4056"/>
                  <a:pt x="67105" y="18"/>
                  <a:pt x="55302" y="18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28;p3">
            <a:extLst>
              <a:ext uri="{FF2B5EF4-FFF2-40B4-BE49-F238E27FC236}">
                <a16:creationId xmlns:a16="http://schemas.microsoft.com/office/drawing/2014/main" id="{86999DB2-B561-462F-932D-00FD467CF02F}"/>
              </a:ext>
            </a:extLst>
          </p:cNvPr>
          <p:cNvSpPr/>
          <p:nvPr userDrawn="1"/>
        </p:nvSpPr>
        <p:spPr>
          <a:xfrm>
            <a:off x="3793203" y="-3317232"/>
            <a:ext cx="6498782" cy="4960063"/>
          </a:xfrm>
          <a:custGeom>
            <a:avLst/>
            <a:gdLst>
              <a:gd name="connsiteX0" fmla="*/ 23944 w 36088"/>
              <a:gd name="connsiteY0" fmla="*/ 0 h 29796"/>
              <a:gd name="connsiteX1" fmla="*/ 1490 w 36088"/>
              <a:gd name="connsiteY1" fmla="*/ 6817 h 29796"/>
              <a:gd name="connsiteX2" fmla="*/ 5114 w 36088"/>
              <a:gd name="connsiteY2" fmla="*/ 25300 h 29796"/>
              <a:gd name="connsiteX3" fmla="*/ 8553 w 36088"/>
              <a:gd name="connsiteY3" fmla="*/ 29631 h 29796"/>
              <a:gd name="connsiteX4" fmla="*/ 35590 w 36088"/>
              <a:gd name="connsiteY4" fmla="*/ 18845 h 29796"/>
              <a:gd name="connsiteX5" fmla="*/ 26005 w 36088"/>
              <a:gd name="connsiteY5" fmla="*/ 248 h 29796"/>
              <a:gd name="connsiteX6" fmla="*/ 23944 w 36088"/>
              <a:gd name="connsiteY6" fmla="*/ 0 h 29796"/>
              <a:gd name="connsiteX0" fmla="*/ 23543 w 35687"/>
              <a:gd name="connsiteY0" fmla="*/ 0 h 27237"/>
              <a:gd name="connsiteX1" fmla="*/ 1089 w 35687"/>
              <a:gd name="connsiteY1" fmla="*/ 6817 h 27237"/>
              <a:gd name="connsiteX2" fmla="*/ 4713 w 35687"/>
              <a:gd name="connsiteY2" fmla="*/ 25300 h 27237"/>
              <a:gd name="connsiteX3" fmla="*/ 15182 w 35687"/>
              <a:gd name="connsiteY3" fmla="*/ 25949 h 27237"/>
              <a:gd name="connsiteX4" fmla="*/ 35189 w 35687"/>
              <a:gd name="connsiteY4" fmla="*/ 18845 h 27237"/>
              <a:gd name="connsiteX5" fmla="*/ 25604 w 35687"/>
              <a:gd name="connsiteY5" fmla="*/ 248 h 27237"/>
              <a:gd name="connsiteX6" fmla="*/ 23543 w 35687"/>
              <a:gd name="connsiteY6" fmla="*/ 0 h 27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87" h="27237" extrusionOk="0">
                <a:moveTo>
                  <a:pt x="23543" y="0"/>
                </a:moveTo>
                <a:cubicBezTo>
                  <a:pt x="16287" y="0"/>
                  <a:pt x="4227" y="2600"/>
                  <a:pt x="1089" y="6817"/>
                </a:cubicBezTo>
                <a:cubicBezTo>
                  <a:pt x="-2049" y="11034"/>
                  <a:pt x="2364" y="22111"/>
                  <a:pt x="4713" y="25300"/>
                </a:cubicBezTo>
                <a:cubicBezTo>
                  <a:pt x="7062" y="28489"/>
                  <a:pt x="10103" y="27025"/>
                  <a:pt x="15182" y="25949"/>
                </a:cubicBezTo>
                <a:cubicBezTo>
                  <a:pt x="20261" y="24873"/>
                  <a:pt x="33306" y="21287"/>
                  <a:pt x="35189" y="18845"/>
                </a:cubicBezTo>
                <a:cubicBezTo>
                  <a:pt x="37479" y="15871"/>
                  <a:pt x="31460" y="1992"/>
                  <a:pt x="25604" y="248"/>
                </a:cubicBezTo>
                <a:cubicBezTo>
                  <a:pt x="25029" y="77"/>
                  <a:pt x="24332" y="0"/>
                  <a:pt x="23543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915E017-FBEA-43E5-BEF2-B852B6A94906}"/>
              </a:ext>
            </a:extLst>
          </p:cNvPr>
          <p:cNvSpPr/>
          <p:nvPr userDrawn="1"/>
        </p:nvSpPr>
        <p:spPr>
          <a:xfrm rot="5400000">
            <a:off x="11135364" y="89019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</a:rPr>
              <a:t>presentation-creation.ru</a:t>
            </a:r>
          </a:p>
        </p:txBody>
      </p:sp>
    </p:spTree>
    <p:extLst>
      <p:ext uri="{BB962C8B-B14F-4D97-AF65-F5344CB8AC3E}">
        <p14:creationId xmlns:p14="http://schemas.microsoft.com/office/powerpoint/2010/main" val="390844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Google Shape;20;p3">
            <a:extLst>
              <a:ext uri="{FF2B5EF4-FFF2-40B4-BE49-F238E27FC236}">
                <a16:creationId xmlns:a16="http://schemas.microsoft.com/office/drawing/2014/main" id="{42B27CB7-B8F6-4150-82B0-1DA60E4ED577}"/>
              </a:ext>
            </a:extLst>
          </p:cNvPr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" fmla="*/ 31604 w 86049"/>
              <a:gd name="connsiteY0" fmla="*/ 13249 h 50221"/>
              <a:gd name="connsiteX1" fmla="*/ 43799 w 86049"/>
              <a:gd name="connsiteY1" fmla="*/ 73 h 50221"/>
              <a:gd name="connsiteX2" fmla="*/ 23250 w 86049"/>
              <a:gd name="connsiteY2" fmla="*/ 20518 h 50221"/>
              <a:gd name="connsiteX3" fmla="*/ 15443 w 86049"/>
              <a:gd name="connsiteY3" fmla="*/ 27223 h 50221"/>
              <a:gd name="connsiteX4" fmla="*/ 14517 w 86049"/>
              <a:gd name="connsiteY4" fmla="*/ 27188 h 50221"/>
              <a:gd name="connsiteX5" fmla="*/ 11428 w 86049"/>
              <a:gd name="connsiteY5" fmla="*/ 27071 h 50221"/>
              <a:gd name="connsiteX6" fmla="*/ 39 w 86049"/>
              <a:gd name="connsiteY6" fmla="*/ 30767 h 50221"/>
              <a:gd name="connsiteX7" fmla="*/ 10831 w 86049"/>
              <a:gd name="connsiteY7" fmla="*/ 42694 h 50221"/>
              <a:gd name="connsiteX8" fmla="*/ 30398 w 86049"/>
              <a:gd name="connsiteY8" fmla="*/ 50221 h 50221"/>
              <a:gd name="connsiteX9" fmla="*/ 34419 w 86049"/>
              <a:gd name="connsiteY9" fmla="*/ 49582 h 50221"/>
              <a:gd name="connsiteX10" fmla="*/ 85987 w 86049"/>
              <a:gd name="connsiteY10" fmla="*/ 34778 h 50221"/>
              <a:gd name="connsiteX11" fmla="*/ 58717 w 86049"/>
              <a:gd name="connsiteY11" fmla="*/ 14646 h 50221"/>
              <a:gd name="connsiteX12" fmla="*/ 31604 w 86049"/>
              <a:gd name="connsiteY12" fmla="*/ 13249 h 50221"/>
              <a:gd name="connsiteX0" fmla="*/ 31604 w 86049"/>
              <a:gd name="connsiteY0" fmla="*/ 663 h 37635"/>
              <a:gd name="connsiteX1" fmla="*/ 28313 w 86049"/>
              <a:gd name="connsiteY1" fmla="*/ 5107 h 37635"/>
              <a:gd name="connsiteX2" fmla="*/ 23250 w 86049"/>
              <a:gd name="connsiteY2" fmla="*/ 7932 h 37635"/>
              <a:gd name="connsiteX3" fmla="*/ 15443 w 86049"/>
              <a:gd name="connsiteY3" fmla="*/ 14637 h 37635"/>
              <a:gd name="connsiteX4" fmla="*/ 14517 w 86049"/>
              <a:gd name="connsiteY4" fmla="*/ 14602 h 37635"/>
              <a:gd name="connsiteX5" fmla="*/ 11428 w 86049"/>
              <a:gd name="connsiteY5" fmla="*/ 14485 h 37635"/>
              <a:gd name="connsiteX6" fmla="*/ 39 w 86049"/>
              <a:gd name="connsiteY6" fmla="*/ 18181 h 37635"/>
              <a:gd name="connsiteX7" fmla="*/ 10831 w 86049"/>
              <a:gd name="connsiteY7" fmla="*/ 30108 h 37635"/>
              <a:gd name="connsiteX8" fmla="*/ 30398 w 86049"/>
              <a:gd name="connsiteY8" fmla="*/ 37635 h 37635"/>
              <a:gd name="connsiteX9" fmla="*/ 34419 w 86049"/>
              <a:gd name="connsiteY9" fmla="*/ 36996 h 37635"/>
              <a:gd name="connsiteX10" fmla="*/ 85987 w 86049"/>
              <a:gd name="connsiteY10" fmla="*/ 22192 h 37635"/>
              <a:gd name="connsiteX11" fmla="*/ 58717 w 86049"/>
              <a:gd name="connsiteY11" fmla="*/ 2060 h 37635"/>
              <a:gd name="connsiteX12" fmla="*/ 31604 w 86049"/>
              <a:gd name="connsiteY12" fmla="*/ 663 h 37635"/>
              <a:gd name="connsiteX0" fmla="*/ 31604 w 77695"/>
              <a:gd name="connsiteY0" fmla="*/ 1620 h 44988"/>
              <a:gd name="connsiteX1" fmla="*/ 28313 w 77695"/>
              <a:gd name="connsiteY1" fmla="*/ 6064 h 44988"/>
              <a:gd name="connsiteX2" fmla="*/ 23250 w 77695"/>
              <a:gd name="connsiteY2" fmla="*/ 8889 h 44988"/>
              <a:gd name="connsiteX3" fmla="*/ 15443 w 77695"/>
              <a:gd name="connsiteY3" fmla="*/ 15594 h 44988"/>
              <a:gd name="connsiteX4" fmla="*/ 14517 w 77695"/>
              <a:gd name="connsiteY4" fmla="*/ 15559 h 44988"/>
              <a:gd name="connsiteX5" fmla="*/ 11428 w 77695"/>
              <a:gd name="connsiteY5" fmla="*/ 15442 h 44988"/>
              <a:gd name="connsiteX6" fmla="*/ 39 w 77695"/>
              <a:gd name="connsiteY6" fmla="*/ 19138 h 44988"/>
              <a:gd name="connsiteX7" fmla="*/ 10831 w 77695"/>
              <a:gd name="connsiteY7" fmla="*/ 31065 h 44988"/>
              <a:gd name="connsiteX8" fmla="*/ 30398 w 77695"/>
              <a:gd name="connsiteY8" fmla="*/ 38592 h 44988"/>
              <a:gd name="connsiteX9" fmla="*/ 34419 w 77695"/>
              <a:gd name="connsiteY9" fmla="*/ 37953 h 44988"/>
              <a:gd name="connsiteX10" fmla="*/ 77601 w 77695"/>
              <a:gd name="connsiteY10" fmla="*/ 36699 h 44988"/>
              <a:gd name="connsiteX11" fmla="*/ 58717 w 77695"/>
              <a:gd name="connsiteY11" fmla="*/ 3017 h 44988"/>
              <a:gd name="connsiteX12" fmla="*/ 31604 w 77695"/>
              <a:gd name="connsiteY12" fmla="*/ 1620 h 44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1;p4">
            <a:extLst>
              <a:ext uri="{FF2B5EF4-FFF2-40B4-BE49-F238E27FC236}">
                <a16:creationId xmlns:a16="http://schemas.microsoft.com/office/drawing/2014/main" id="{3961D41C-692B-42A8-87F2-FC59DE6A9946}"/>
              </a:ext>
            </a:extLst>
          </p:cNvPr>
          <p:cNvSpPr/>
          <p:nvPr userDrawn="1"/>
        </p:nvSpPr>
        <p:spPr>
          <a:xfrm rot="-5553048">
            <a:off x="-1728792" y="3031550"/>
            <a:ext cx="4562744" cy="5532834"/>
          </a:xfrm>
          <a:custGeom>
            <a:avLst/>
            <a:gdLst>
              <a:gd name="connsiteX0" fmla="*/ 17321 w 71277"/>
              <a:gd name="connsiteY0" fmla="*/ 0 h 87423"/>
              <a:gd name="connsiteX1" fmla="*/ 9011 w 71277"/>
              <a:gd name="connsiteY1" fmla="*/ 27428 h 87423"/>
              <a:gd name="connsiteX2" fmla="*/ 2082 w 71277"/>
              <a:gd name="connsiteY2" fmla="*/ 50348 h 87423"/>
              <a:gd name="connsiteX3" fmla="*/ 15302 w 71277"/>
              <a:gd name="connsiteY3" fmla="*/ 87423 h 87423"/>
              <a:gd name="connsiteX4" fmla="*/ 19065 w 71277"/>
              <a:gd name="connsiteY4" fmla="*/ 85987 h 87423"/>
              <a:gd name="connsiteX5" fmla="*/ 26399 w 71277"/>
              <a:gd name="connsiteY5" fmla="*/ 82951 h 87423"/>
              <a:gd name="connsiteX6" fmla="*/ 32515 w 71277"/>
              <a:gd name="connsiteY6" fmla="*/ 83740 h 87423"/>
              <a:gd name="connsiteX7" fmla="*/ 39127 w 71277"/>
              <a:gd name="connsiteY7" fmla="*/ 79207 h 87423"/>
              <a:gd name="connsiteX8" fmla="*/ 70575 w 71277"/>
              <a:gd name="connsiteY8" fmla="*/ 44134 h 87423"/>
              <a:gd name="connsiteX9" fmla="*/ 25270 w 71277"/>
              <a:gd name="connsiteY9" fmla="*/ 1874 h 87423"/>
              <a:gd name="connsiteX10" fmla="*/ 17321 w 71277"/>
              <a:gd name="connsiteY10" fmla="*/ 0 h 87423"/>
              <a:gd name="connsiteX0" fmla="*/ 17108 w 71064"/>
              <a:gd name="connsiteY0" fmla="*/ 0 h 86173"/>
              <a:gd name="connsiteX1" fmla="*/ 8798 w 71064"/>
              <a:gd name="connsiteY1" fmla="*/ 27428 h 86173"/>
              <a:gd name="connsiteX2" fmla="*/ 1869 w 71064"/>
              <a:gd name="connsiteY2" fmla="*/ 50348 h 86173"/>
              <a:gd name="connsiteX3" fmla="*/ 11781 w 71064"/>
              <a:gd name="connsiteY3" fmla="*/ 76346 h 86173"/>
              <a:gd name="connsiteX4" fmla="*/ 18852 w 71064"/>
              <a:gd name="connsiteY4" fmla="*/ 85987 h 86173"/>
              <a:gd name="connsiteX5" fmla="*/ 26186 w 71064"/>
              <a:gd name="connsiteY5" fmla="*/ 82951 h 86173"/>
              <a:gd name="connsiteX6" fmla="*/ 32302 w 71064"/>
              <a:gd name="connsiteY6" fmla="*/ 83740 h 86173"/>
              <a:gd name="connsiteX7" fmla="*/ 38914 w 71064"/>
              <a:gd name="connsiteY7" fmla="*/ 79207 h 86173"/>
              <a:gd name="connsiteX8" fmla="*/ 70362 w 71064"/>
              <a:gd name="connsiteY8" fmla="*/ 44134 h 86173"/>
              <a:gd name="connsiteX9" fmla="*/ 25057 w 71064"/>
              <a:gd name="connsiteY9" fmla="*/ 1874 h 86173"/>
              <a:gd name="connsiteX10" fmla="*/ 17108 w 71064"/>
              <a:gd name="connsiteY10" fmla="*/ 0 h 86173"/>
              <a:gd name="connsiteX0" fmla="*/ 17108 w 71064"/>
              <a:gd name="connsiteY0" fmla="*/ 0 h 86173"/>
              <a:gd name="connsiteX1" fmla="*/ 8798 w 71064"/>
              <a:gd name="connsiteY1" fmla="*/ 27428 h 86173"/>
              <a:gd name="connsiteX2" fmla="*/ 1869 w 71064"/>
              <a:gd name="connsiteY2" fmla="*/ 50348 h 86173"/>
              <a:gd name="connsiteX3" fmla="*/ 11781 w 71064"/>
              <a:gd name="connsiteY3" fmla="*/ 76346 h 86173"/>
              <a:gd name="connsiteX4" fmla="*/ 18852 w 71064"/>
              <a:gd name="connsiteY4" fmla="*/ 85987 h 86173"/>
              <a:gd name="connsiteX5" fmla="*/ 26186 w 71064"/>
              <a:gd name="connsiteY5" fmla="*/ 82951 h 86173"/>
              <a:gd name="connsiteX6" fmla="*/ 32302 w 71064"/>
              <a:gd name="connsiteY6" fmla="*/ 83740 h 86173"/>
              <a:gd name="connsiteX7" fmla="*/ 39225 w 71064"/>
              <a:gd name="connsiteY7" fmla="*/ 77558 h 86173"/>
              <a:gd name="connsiteX8" fmla="*/ 70362 w 71064"/>
              <a:gd name="connsiteY8" fmla="*/ 44134 h 86173"/>
              <a:gd name="connsiteX9" fmla="*/ 25057 w 71064"/>
              <a:gd name="connsiteY9" fmla="*/ 1874 h 86173"/>
              <a:gd name="connsiteX10" fmla="*/ 17108 w 71064"/>
              <a:gd name="connsiteY10" fmla="*/ 0 h 86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1064" h="86173" extrusionOk="0">
                <a:moveTo>
                  <a:pt x="17108" y="0"/>
                </a:moveTo>
                <a:cubicBezTo>
                  <a:pt x="7191" y="0"/>
                  <a:pt x="20120" y="22801"/>
                  <a:pt x="8798" y="27428"/>
                </a:cubicBezTo>
                <a:cubicBezTo>
                  <a:pt x="-4918" y="33034"/>
                  <a:pt x="1372" y="42195"/>
                  <a:pt x="1869" y="50348"/>
                </a:cubicBezTo>
                <a:cubicBezTo>
                  <a:pt x="2366" y="58501"/>
                  <a:pt x="2707" y="76346"/>
                  <a:pt x="11781" y="76346"/>
                </a:cubicBezTo>
                <a:cubicBezTo>
                  <a:pt x="13070" y="76346"/>
                  <a:pt x="16451" y="84886"/>
                  <a:pt x="18852" y="85987"/>
                </a:cubicBezTo>
                <a:cubicBezTo>
                  <a:pt x="21253" y="87088"/>
                  <a:pt x="24138" y="82951"/>
                  <a:pt x="26186" y="82951"/>
                </a:cubicBezTo>
                <a:cubicBezTo>
                  <a:pt x="28472" y="82951"/>
                  <a:pt x="30129" y="84639"/>
                  <a:pt x="32302" y="83740"/>
                </a:cubicBezTo>
                <a:cubicBezTo>
                  <a:pt x="34475" y="82841"/>
                  <a:pt x="36698" y="81206"/>
                  <a:pt x="39225" y="77558"/>
                </a:cubicBezTo>
                <a:cubicBezTo>
                  <a:pt x="62920" y="43354"/>
                  <a:pt x="70362" y="44134"/>
                  <a:pt x="70362" y="44134"/>
                </a:cubicBezTo>
                <a:cubicBezTo>
                  <a:pt x="76244" y="21496"/>
                  <a:pt x="43804" y="9396"/>
                  <a:pt x="25057" y="1874"/>
                </a:cubicBezTo>
                <a:cubicBezTo>
                  <a:pt x="21784" y="560"/>
                  <a:pt x="19206" y="0"/>
                  <a:pt x="17108" y="0"/>
                </a:cubicBezTo>
                <a:close/>
              </a:path>
            </a:pathLst>
          </a:custGeom>
          <a:solidFill>
            <a:srgbClr val="AC9078">
              <a:alpha val="72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159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Google Shape;20;p3">
            <a:extLst>
              <a:ext uri="{FF2B5EF4-FFF2-40B4-BE49-F238E27FC236}">
                <a16:creationId xmlns:a16="http://schemas.microsoft.com/office/drawing/2014/main" id="{BD2B567A-3974-49D9-9365-ABA029B9EE22}"/>
              </a:ext>
            </a:extLst>
          </p:cNvPr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" fmla="*/ 31604 w 86049"/>
              <a:gd name="connsiteY0" fmla="*/ 13249 h 50221"/>
              <a:gd name="connsiteX1" fmla="*/ 43799 w 86049"/>
              <a:gd name="connsiteY1" fmla="*/ 73 h 50221"/>
              <a:gd name="connsiteX2" fmla="*/ 23250 w 86049"/>
              <a:gd name="connsiteY2" fmla="*/ 20518 h 50221"/>
              <a:gd name="connsiteX3" fmla="*/ 15443 w 86049"/>
              <a:gd name="connsiteY3" fmla="*/ 27223 h 50221"/>
              <a:gd name="connsiteX4" fmla="*/ 14517 w 86049"/>
              <a:gd name="connsiteY4" fmla="*/ 27188 h 50221"/>
              <a:gd name="connsiteX5" fmla="*/ 11428 w 86049"/>
              <a:gd name="connsiteY5" fmla="*/ 27071 h 50221"/>
              <a:gd name="connsiteX6" fmla="*/ 39 w 86049"/>
              <a:gd name="connsiteY6" fmla="*/ 30767 h 50221"/>
              <a:gd name="connsiteX7" fmla="*/ 10831 w 86049"/>
              <a:gd name="connsiteY7" fmla="*/ 42694 h 50221"/>
              <a:gd name="connsiteX8" fmla="*/ 30398 w 86049"/>
              <a:gd name="connsiteY8" fmla="*/ 50221 h 50221"/>
              <a:gd name="connsiteX9" fmla="*/ 34419 w 86049"/>
              <a:gd name="connsiteY9" fmla="*/ 49582 h 50221"/>
              <a:gd name="connsiteX10" fmla="*/ 85987 w 86049"/>
              <a:gd name="connsiteY10" fmla="*/ 34778 h 50221"/>
              <a:gd name="connsiteX11" fmla="*/ 58717 w 86049"/>
              <a:gd name="connsiteY11" fmla="*/ 14646 h 50221"/>
              <a:gd name="connsiteX12" fmla="*/ 31604 w 86049"/>
              <a:gd name="connsiteY12" fmla="*/ 13249 h 50221"/>
              <a:gd name="connsiteX0" fmla="*/ 31604 w 86049"/>
              <a:gd name="connsiteY0" fmla="*/ 663 h 37635"/>
              <a:gd name="connsiteX1" fmla="*/ 28313 w 86049"/>
              <a:gd name="connsiteY1" fmla="*/ 5107 h 37635"/>
              <a:gd name="connsiteX2" fmla="*/ 23250 w 86049"/>
              <a:gd name="connsiteY2" fmla="*/ 7932 h 37635"/>
              <a:gd name="connsiteX3" fmla="*/ 15443 w 86049"/>
              <a:gd name="connsiteY3" fmla="*/ 14637 h 37635"/>
              <a:gd name="connsiteX4" fmla="*/ 14517 w 86049"/>
              <a:gd name="connsiteY4" fmla="*/ 14602 h 37635"/>
              <a:gd name="connsiteX5" fmla="*/ 11428 w 86049"/>
              <a:gd name="connsiteY5" fmla="*/ 14485 h 37635"/>
              <a:gd name="connsiteX6" fmla="*/ 39 w 86049"/>
              <a:gd name="connsiteY6" fmla="*/ 18181 h 37635"/>
              <a:gd name="connsiteX7" fmla="*/ 10831 w 86049"/>
              <a:gd name="connsiteY7" fmla="*/ 30108 h 37635"/>
              <a:gd name="connsiteX8" fmla="*/ 30398 w 86049"/>
              <a:gd name="connsiteY8" fmla="*/ 37635 h 37635"/>
              <a:gd name="connsiteX9" fmla="*/ 34419 w 86049"/>
              <a:gd name="connsiteY9" fmla="*/ 36996 h 37635"/>
              <a:gd name="connsiteX10" fmla="*/ 85987 w 86049"/>
              <a:gd name="connsiteY10" fmla="*/ 22192 h 37635"/>
              <a:gd name="connsiteX11" fmla="*/ 58717 w 86049"/>
              <a:gd name="connsiteY11" fmla="*/ 2060 h 37635"/>
              <a:gd name="connsiteX12" fmla="*/ 31604 w 86049"/>
              <a:gd name="connsiteY12" fmla="*/ 663 h 37635"/>
              <a:gd name="connsiteX0" fmla="*/ 31604 w 77695"/>
              <a:gd name="connsiteY0" fmla="*/ 1620 h 44988"/>
              <a:gd name="connsiteX1" fmla="*/ 28313 w 77695"/>
              <a:gd name="connsiteY1" fmla="*/ 6064 h 44988"/>
              <a:gd name="connsiteX2" fmla="*/ 23250 w 77695"/>
              <a:gd name="connsiteY2" fmla="*/ 8889 h 44988"/>
              <a:gd name="connsiteX3" fmla="*/ 15443 w 77695"/>
              <a:gd name="connsiteY3" fmla="*/ 15594 h 44988"/>
              <a:gd name="connsiteX4" fmla="*/ 14517 w 77695"/>
              <a:gd name="connsiteY4" fmla="*/ 15559 h 44988"/>
              <a:gd name="connsiteX5" fmla="*/ 11428 w 77695"/>
              <a:gd name="connsiteY5" fmla="*/ 15442 h 44988"/>
              <a:gd name="connsiteX6" fmla="*/ 39 w 77695"/>
              <a:gd name="connsiteY6" fmla="*/ 19138 h 44988"/>
              <a:gd name="connsiteX7" fmla="*/ 10831 w 77695"/>
              <a:gd name="connsiteY7" fmla="*/ 31065 h 44988"/>
              <a:gd name="connsiteX8" fmla="*/ 30398 w 77695"/>
              <a:gd name="connsiteY8" fmla="*/ 38592 h 44988"/>
              <a:gd name="connsiteX9" fmla="*/ 34419 w 77695"/>
              <a:gd name="connsiteY9" fmla="*/ 37953 h 44988"/>
              <a:gd name="connsiteX10" fmla="*/ 77601 w 77695"/>
              <a:gd name="connsiteY10" fmla="*/ 36699 h 44988"/>
              <a:gd name="connsiteX11" fmla="*/ 58717 w 77695"/>
              <a:gd name="connsiteY11" fmla="*/ 3017 h 44988"/>
              <a:gd name="connsiteX12" fmla="*/ 31604 w 77695"/>
              <a:gd name="connsiteY12" fmla="*/ 1620 h 44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922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54238" y="1825625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1B639A41-DCFC-4CBD-95A9-00918D1E0C5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354237" y="2515712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2E6A01D8-B25F-4969-9EEE-02D40393738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339448" y="3400900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EB1E053F-9E78-4E0C-A2B0-31B557FA902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39447" y="4090987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B877FE1-D2EF-4E9F-AC08-DACA8D5147E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331088" y="4916011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78790F4C-C0C7-494A-ACE0-B312EAD20E8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331087" y="5606098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8" name="Google Shape;20;p3">
            <a:extLst>
              <a:ext uri="{FF2B5EF4-FFF2-40B4-BE49-F238E27FC236}">
                <a16:creationId xmlns:a16="http://schemas.microsoft.com/office/drawing/2014/main" id="{3661A48C-0581-4A50-81C7-B3B86E720CED}"/>
              </a:ext>
            </a:extLst>
          </p:cNvPr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" fmla="*/ 31604 w 86049"/>
              <a:gd name="connsiteY0" fmla="*/ 13249 h 50221"/>
              <a:gd name="connsiteX1" fmla="*/ 43799 w 86049"/>
              <a:gd name="connsiteY1" fmla="*/ 73 h 50221"/>
              <a:gd name="connsiteX2" fmla="*/ 23250 w 86049"/>
              <a:gd name="connsiteY2" fmla="*/ 20518 h 50221"/>
              <a:gd name="connsiteX3" fmla="*/ 15443 w 86049"/>
              <a:gd name="connsiteY3" fmla="*/ 27223 h 50221"/>
              <a:gd name="connsiteX4" fmla="*/ 14517 w 86049"/>
              <a:gd name="connsiteY4" fmla="*/ 27188 h 50221"/>
              <a:gd name="connsiteX5" fmla="*/ 11428 w 86049"/>
              <a:gd name="connsiteY5" fmla="*/ 27071 h 50221"/>
              <a:gd name="connsiteX6" fmla="*/ 39 w 86049"/>
              <a:gd name="connsiteY6" fmla="*/ 30767 h 50221"/>
              <a:gd name="connsiteX7" fmla="*/ 10831 w 86049"/>
              <a:gd name="connsiteY7" fmla="*/ 42694 h 50221"/>
              <a:gd name="connsiteX8" fmla="*/ 30398 w 86049"/>
              <a:gd name="connsiteY8" fmla="*/ 50221 h 50221"/>
              <a:gd name="connsiteX9" fmla="*/ 34419 w 86049"/>
              <a:gd name="connsiteY9" fmla="*/ 49582 h 50221"/>
              <a:gd name="connsiteX10" fmla="*/ 85987 w 86049"/>
              <a:gd name="connsiteY10" fmla="*/ 34778 h 50221"/>
              <a:gd name="connsiteX11" fmla="*/ 58717 w 86049"/>
              <a:gd name="connsiteY11" fmla="*/ 14646 h 50221"/>
              <a:gd name="connsiteX12" fmla="*/ 31604 w 86049"/>
              <a:gd name="connsiteY12" fmla="*/ 13249 h 50221"/>
              <a:gd name="connsiteX0" fmla="*/ 31604 w 86049"/>
              <a:gd name="connsiteY0" fmla="*/ 663 h 37635"/>
              <a:gd name="connsiteX1" fmla="*/ 28313 w 86049"/>
              <a:gd name="connsiteY1" fmla="*/ 5107 h 37635"/>
              <a:gd name="connsiteX2" fmla="*/ 23250 w 86049"/>
              <a:gd name="connsiteY2" fmla="*/ 7932 h 37635"/>
              <a:gd name="connsiteX3" fmla="*/ 15443 w 86049"/>
              <a:gd name="connsiteY3" fmla="*/ 14637 h 37635"/>
              <a:gd name="connsiteX4" fmla="*/ 14517 w 86049"/>
              <a:gd name="connsiteY4" fmla="*/ 14602 h 37635"/>
              <a:gd name="connsiteX5" fmla="*/ 11428 w 86049"/>
              <a:gd name="connsiteY5" fmla="*/ 14485 h 37635"/>
              <a:gd name="connsiteX6" fmla="*/ 39 w 86049"/>
              <a:gd name="connsiteY6" fmla="*/ 18181 h 37635"/>
              <a:gd name="connsiteX7" fmla="*/ 10831 w 86049"/>
              <a:gd name="connsiteY7" fmla="*/ 30108 h 37635"/>
              <a:gd name="connsiteX8" fmla="*/ 30398 w 86049"/>
              <a:gd name="connsiteY8" fmla="*/ 37635 h 37635"/>
              <a:gd name="connsiteX9" fmla="*/ 34419 w 86049"/>
              <a:gd name="connsiteY9" fmla="*/ 36996 h 37635"/>
              <a:gd name="connsiteX10" fmla="*/ 85987 w 86049"/>
              <a:gd name="connsiteY10" fmla="*/ 22192 h 37635"/>
              <a:gd name="connsiteX11" fmla="*/ 58717 w 86049"/>
              <a:gd name="connsiteY11" fmla="*/ 2060 h 37635"/>
              <a:gd name="connsiteX12" fmla="*/ 31604 w 86049"/>
              <a:gd name="connsiteY12" fmla="*/ 663 h 37635"/>
              <a:gd name="connsiteX0" fmla="*/ 31604 w 77695"/>
              <a:gd name="connsiteY0" fmla="*/ 1620 h 44988"/>
              <a:gd name="connsiteX1" fmla="*/ 28313 w 77695"/>
              <a:gd name="connsiteY1" fmla="*/ 6064 h 44988"/>
              <a:gd name="connsiteX2" fmla="*/ 23250 w 77695"/>
              <a:gd name="connsiteY2" fmla="*/ 8889 h 44988"/>
              <a:gd name="connsiteX3" fmla="*/ 15443 w 77695"/>
              <a:gd name="connsiteY3" fmla="*/ 15594 h 44988"/>
              <a:gd name="connsiteX4" fmla="*/ 14517 w 77695"/>
              <a:gd name="connsiteY4" fmla="*/ 15559 h 44988"/>
              <a:gd name="connsiteX5" fmla="*/ 11428 w 77695"/>
              <a:gd name="connsiteY5" fmla="*/ 15442 h 44988"/>
              <a:gd name="connsiteX6" fmla="*/ 39 w 77695"/>
              <a:gd name="connsiteY6" fmla="*/ 19138 h 44988"/>
              <a:gd name="connsiteX7" fmla="*/ 10831 w 77695"/>
              <a:gd name="connsiteY7" fmla="*/ 31065 h 44988"/>
              <a:gd name="connsiteX8" fmla="*/ 30398 w 77695"/>
              <a:gd name="connsiteY8" fmla="*/ 38592 h 44988"/>
              <a:gd name="connsiteX9" fmla="*/ 34419 w 77695"/>
              <a:gd name="connsiteY9" fmla="*/ 37953 h 44988"/>
              <a:gd name="connsiteX10" fmla="*/ 77601 w 77695"/>
              <a:gd name="connsiteY10" fmla="*/ 36699 h 44988"/>
              <a:gd name="connsiteX11" fmla="*/ 58717 w 77695"/>
              <a:gd name="connsiteY11" fmla="*/ 3017 h 44988"/>
              <a:gd name="connsiteX12" fmla="*/ 31604 w 77695"/>
              <a:gd name="connsiteY12" fmla="*/ 1620 h 44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0" name="Google Shape;28;p3">
            <a:extLst>
              <a:ext uri="{FF2B5EF4-FFF2-40B4-BE49-F238E27FC236}">
                <a16:creationId xmlns:a16="http://schemas.microsoft.com/office/drawing/2014/main" id="{9B4CC580-A6B9-4823-A8D5-A4110779391A}"/>
              </a:ext>
            </a:extLst>
          </p:cNvPr>
          <p:cNvSpPr/>
          <p:nvPr userDrawn="1"/>
        </p:nvSpPr>
        <p:spPr>
          <a:xfrm>
            <a:off x="548048" y="1925876"/>
            <a:ext cx="672117" cy="512980"/>
          </a:xfrm>
          <a:custGeom>
            <a:avLst/>
            <a:gdLst>
              <a:gd name="connsiteX0" fmla="*/ 23944 w 36088"/>
              <a:gd name="connsiteY0" fmla="*/ 0 h 29796"/>
              <a:gd name="connsiteX1" fmla="*/ 1490 w 36088"/>
              <a:gd name="connsiteY1" fmla="*/ 6817 h 29796"/>
              <a:gd name="connsiteX2" fmla="*/ 5114 w 36088"/>
              <a:gd name="connsiteY2" fmla="*/ 25300 h 29796"/>
              <a:gd name="connsiteX3" fmla="*/ 8553 w 36088"/>
              <a:gd name="connsiteY3" fmla="*/ 29631 h 29796"/>
              <a:gd name="connsiteX4" fmla="*/ 35590 w 36088"/>
              <a:gd name="connsiteY4" fmla="*/ 18845 h 29796"/>
              <a:gd name="connsiteX5" fmla="*/ 26005 w 36088"/>
              <a:gd name="connsiteY5" fmla="*/ 248 h 29796"/>
              <a:gd name="connsiteX6" fmla="*/ 23944 w 36088"/>
              <a:gd name="connsiteY6" fmla="*/ 0 h 29796"/>
              <a:gd name="connsiteX0" fmla="*/ 23543 w 35687"/>
              <a:gd name="connsiteY0" fmla="*/ 0 h 27237"/>
              <a:gd name="connsiteX1" fmla="*/ 1089 w 35687"/>
              <a:gd name="connsiteY1" fmla="*/ 6817 h 27237"/>
              <a:gd name="connsiteX2" fmla="*/ 4713 w 35687"/>
              <a:gd name="connsiteY2" fmla="*/ 25300 h 27237"/>
              <a:gd name="connsiteX3" fmla="*/ 15182 w 35687"/>
              <a:gd name="connsiteY3" fmla="*/ 25949 h 27237"/>
              <a:gd name="connsiteX4" fmla="*/ 35189 w 35687"/>
              <a:gd name="connsiteY4" fmla="*/ 18845 h 27237"/>
              <a:gd name="connsiteX5" fmla="*/ 25604 w 35687"/>
              <a:gd name="connsiteY5" fmla="*/ 248 h 27237"/>
              <a:gd name="connsiteX6" fmla="*/ 23543 w 35687"/>
              <a:gd name="connsiteY6" fmla="*/ 0 h 27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87" h="27237" extrusionOk="0">
                <a:moveTo>
                  <a:pt x="23543" y="0"/>
                </a:moveTo>
                <a:cubicBezTo>
                  <a:pt x="16287" y="0"/>
                  <a:pt x="4227" y="2600"/>
                  <a:pt x="1089" y="6817"/>
                </a:cubicBezTo>
                <a:cubicBezTo>
                  <a:pt x="-2049" y="11034"/>
                  <a:pt x="2364" y="22111"/>
                  <a:pt x="4713" y="25300"/>
                </a:cubicBezTo>
                <a:cubicBezTo>
                  <a:pt x="7062" y="28489"/>
                  <a:pt x="10103" y="27025"/>
                  <a:pt x="15182" y="25949"/>
                </a:cubicBezTo>
                <a:cubicBezTo>
                  <a:pt x="20261" y="24873"/>
                  <a:pt x="33306" y="21287"/>
                  <a:pt x="35189" y="18845"/>
                </a:cubicBezTo>
                <a:cubicBezTo>
                  <a:pt x="37479" y="15871"/>
                  <a:pt x="31460" y="1992"/>
                  <a:pt x="25604" y="248"/>
                </a:cubicBezTo>
                <a:cubicBezTo>
                  <a:pt x="25029" y="77"/>
                  <a:pt x="24332" y="0"/>
                  <a:pt x="23543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Google Shape;28;p3">
            <a:extLst>
              <a:ext uri="{FF2B5EF4-FFF2-40B4-BE49-F238E27FC236}">
                <a16:creationId xmlns:a16="http://schemas.microsoft.com/office/drawing/2014/main" id="{A07208E9-A35F-4C3D-B0A4-99ABB5104050}"/>
              </a:ext>
            </a:extLst>
          </p:cNvPr>
          <p:cNvSpPr/>
          <p:nvPr userDrawn="1"/>
        </p:nvSpPr>
        <p:spPr>
          <a:xfrm>
            <a:off x="548048" y="3443495"/>
            <a:ext cx="672117" cy="512980"/>
          </a:xfrm>
          <a:custGeom>
            <a:avLst/>
            <a:gdLst>
              <a:gd name="connsiteX0" fmla="*/ 23944 w 36088"/>
              <a:gd name="connsiteY0" fmla="*/ 0 h 29796"/>
              <a:gd name="connsiteX1" fmla="*/ 1490 w 36088"/>
              <a:gd name="connsiteY1" fmla="*/ 6817 h 29796"/>
              <a:gd name="connsiteX2" fmla="*/ 5114 w 36088"/>
              <a:gd name="connsiteY2" fmla="*/ 25300 h 29796"/>
              <a:gd name="connsiteX3" fmla="*/ 8553 w 36088"/>
              <a:gd name="connsiteY3" fmla="*/ 29631 h 29796"/>
              <a:gd name="connsiteX4" fmla="*/ 35590 w 36088"/>
              <a:gd name="connsiteY4" fmla="*/ 18845 h 29796"/>
              <a:gd name="connsiteX5" fmla="*/ 26005 w 36088"/>
              <a:gd name="connsiteY5" fmla="*/ 248 h 29796"/>
              <a:gd name="connsiteX6" fmla="*/ 23944 w 36088"/>
              <a:gd name="connsiteY6" fmla="*/ 0 h 29796"/>
              <a:gd name="connsiteX0" fmla="*/ 23543 w 35687"/>
              <a:gd name="connsiteY0" fmla="*/ 0 h 27237"/>
              <a:gd name="connsiteX1" fmla="*/ 1089 w 35687"/>
              <a:gd name="connsiteY1" fmla="*/ 6817 h 27237"/>
              <a:gd name="connsiteX2" fmla="*/ 4713 w 35687"/>
              <a:gd name="connsiteY2" fmla="*/ 25300 h 27237"/>
              <a:gd name="connsiteX3" fmla="*/ 15182 w 35687"/>
              <a:gd name="connsiteY3" fmla="*/ 25949 h 27237"/>
              <a:gd name="connsiteX4" fmla="*/ 35189 w 35687"/>
              <a:gd name="connsiteY4" fmla="*/ 18845 h 27237"/>
              <a:gd name="connsiteX5" fmla="*/ 25604 w 35687"/>
              <a:gd name="connsiteY5" fmla="*/ 248 h 27237"/>
              <a:gd name="connsiteX6" fmla="*/ 23543 w 35687"/>
              <a:gd name="connsiteY6" fmla="*/ 0 h 27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87" h="27237" extrusionOk="0">
                <a:moveTo>
                  <a:pt x="23543" y="0"/>
                </a:moveTo>
                <a:cubicBezTo>
                  <a:pt x="16287" y="0"/>
                  <a:pt x="4227" y="2600"/>
                  <a:pt x="1089" y="6817"/>
                </a:cubicBezTo>
                <a:cubicBezTo>
                  <a:pt x="-2049" y="11034"/>
                  <a:pt x="2364" y="22111"/>
                  <a:pt x="4713" y="25300"/>
                </a:cubicBezTo>
                <a:cubicBezTo>
                  <a:pt x="7062" y="28489"/>
                  <a:pt x="10103" y="27025"/>
                  <a:pt x="15182" y="25949"/>
                </a:cubicBezTo>
                <a:cubicBezTo>
                  <a:pt x="20261" y="24873"/>
                  <a:pt x="33306" y="21287"/>
                  <a:pt x="35189" y="18845"/>
                </a:cubicBezTo>
                <a:cubicBezTo>
                  <a:pt x="37479" y="15871"/>
                  <a:pt x="31460" y="1992"/>
                  <a:pt x="25604" y="248"/>
                </a:cubicBezTo>
                <a:cubicBezTo>
                  <a:pt x="25029" y="77"/>
                  <a:pt x="24332" y="0"/>
                  <a:pt x="23543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Google Shape;28;p3">
            <a:extLst>
              <a:ext uri="{FF2B5EF4-FFF2-40B4-BE49-F238E27FC236}">
                <a16:creationId xmlns:a16="http://schemas.microsoft.com/office/drawing/2014/main" id="{9F9DA8D6-05BC-44F6-9B48-DF2A96D2D5A4}"/>
              </a:ext>
            </a:extLst>
          </p:cNvPr>
          <p:cNvSpPr/>
          <p:nvPr userDrawn="1"/>
        </p:nvSpPr>
        <p:spPr>
          <a:xfrm>
            <a:off x="548048" y="4961570"/>
            <a:ext cx="672117" cy="512980"/>
          </a:xfrm>
          <a:custGeom>
            <a:avLst/>
            <a:gdLst>
              <a:gd name="connsiteX0" fmla="*/ 23944 w 36088"/>
              <a:gd name="connsiteY0" fmla="*/ 0 h 29796"/>
              <a:gd name="connsiteX1" fmla="*/ 1490 w 36088"/>
              <a:gd name="connsiteY1" fmla="*/ 6817 h 29796"/>
              <a:gd name="connsiteX2" fmla="*/ 5114 w 36088"/>
              <a:gd name="connsiteY2" fmla="*/ 25300 h 29796"/>
              <a:gd name="connsiteX3" fmla="*/ 8553 w 36088"/>
              <a:gd name="connsiteY3" fmla="*/ 29631 h 29796"/>
              <a:gd name="connsiteX4" fmla="*/ 35590 w 36088"/>
              <a:gd name="connsiteY4" fmla="*/ 18845 h 29796"/>
              <a:gd name="connsiteX5" fmla="*/ 26005 w 36088"/>
              <a:gd name="connsiteY5" fmla="*/ 248 h 29796"/>
              <a:gd name="connsiteX6" fmla="*/ 23944 w 36088"/>
              <a:gd name="connsiteY6" fmla="*/ 0 h 29796"/>
              <a:gd name="connsiteX0" fmla="*/ 23543 w 35687"/>
              <a:gd name="connsiteY0" fmla="*/ 0 h 27237"/>
              <a:gd name="connsiteX1" fmla="*/ 1089 w 35687"/>
              <a:gd name="connsiteY1" fmla="*/ 6817 h 27237"/>
              <a:gd name="connsiteX2" fmla="*/ 4713 w 35687"/>
              <a:gd name="connsiteY2" fmla="*/ 25300 h 27237"/>
              <a:gd name="connsiteX3" fmla="*/ 15182 w 35687"/>
              <a:gd name="connsiteY3" fmla="*/ 25949 h 27237"/>
              <a:gd name="connsiteX4" fmla="*/ 35189 w 35687"/>
              <a:gd name="connsiteY4" fmla="*/ 18845 h 27237"/>
              <a:gd name="connsiteX5" fmla="*/ 25604 w 35687"/>
              <a:gd name="connsiteY5" fmla="*/ 248 h 27237"/>
              <a:gd name="connsiteX6" fmla="*/ 23543 w 35687"/>
              <a:gd name="connsiteY6" fmla="*/ 0 h 27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87" h="27237" extrusionOk="0">
                <a:moveTo>
                  <a:pt x="23543" y="0"/>
                </a:moveTo>
                <a:cubicBezTo>
                  <a:pt x="16287" y="0"/>
                  <a:pt x="4227" y="2600"/>
                  <a:pt x="1089" y="6817"/>
                </a:cubicBezTo>
                <a:cubicBezTo>
                  <a:pt x="-2049" y="11034"/>
                  <a:pt x="2364" y="22111"/>
                  <a:pt x="4713" y="25300"/>
                </a:cubicBezTo>
                <a:cubicBezTo>
                  <a:pt x="7062" y="28489"/>
                  <a:pt x="10103" y="27025"/>
                  <a:pt x="15182" y="25949"/>
                </a:cubicBezTo>
                <a:cubicBezTo>
                  <a:pt x="20261" y="24873"/>
                  <a:pt x="33306" y="21287"/>
                  <a:pt x="35189" y="18845"/>
                </a:cubicBezTo>
                <a:cubicBezTo>
                  <a:pt x="37479" y="15871"/>
                  <a:pt x="31460" y="1992"/>
                  <a:pt x="25604" y="248"/>
                </a:cubicBezTo>
                <a:cubicBezTo>
                  <a:pt x="25029" y="77"/>
                  <a:pt x="24332" y="0"/>
                  <a:pt x="23543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49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Google Shape;20;p3">
            <a:extLst>
              <a:ext uri="{FF2B5EF4-FFF2-40B4-BE49-F238E27FC236}">
                <a16:creationId xmlns:a16="http://schemas.microsoft.com/office/drawing/2014/main" id="{AD30BB36-1D6F-482F-B8DE-C6992517755C}"/>
              </a:ext>
            </a:extLst>
          </p:cNvPr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" fmla="*/ 31604 w 86049"/>
              <a:gd name="connsiteY0" fmla="*/ 13249 h 50221"/>
              <a:gd name="connsiteX1" fmla="*/ 43799 w 86049"/>
              <a:gd name="connsiteY1" fmla="*/ 73 h 50221"/>
              <a:gd name="connsiteX2" fmla="*/ 23250 w 86049"/>
              <a:gd name="connsiteY2" fmla="*/ 20518 h 50221"/>
              <a:gd name="connsiteX3" fmla="*/ 15443 w 86049"/>
              <a:gd name="connsiteY3" fmla="*/ 27223 h 50221"/>
              <a:gd name="connsiteX4" fmla="*/ 14517 w 86049"/>
              <a:gd name="connsiteY4" fmla="*/ 27188 h 50221"/>
              <a:gd name="connsiteX5" fmla="*/ 11428 w 86049"/>
              <a:gd name="connsiteY5" fmla="*/ 27071 h 50221"/>
              <a:gd name="connsiteX6" fmla="*/ 39 w 86049"/>
              <a:gd name="connsiteY6" fmla="*/ 30767 h 50221"/>
              <a:gd name="connsiteX7" fmla="*/ 10831 w 86049"/>
              <a:gd name="connsiteY7" fmla="*/ 42694 h 50221"/>
              <a:gd name="connsiteX8" fmla="*/ 30398 w 86049"/>
              <a:gd name="connsiteY8" fmla="*/ 50221 h 50221"/>
              <a:gd name="connsiteX9" fmla="*/ 34419 w 86049"/>
              <a:gd name="connsiteY9" fmla="*/ 49582 h 50221"/>
              <a:gd name="connsiteX10" fmla="*/ 85987 w 86049"/>
              <a:gd name="connsiteY10" fmla="*/ 34778 h 50221"/>
              <a:gd name="connsiteX11" fmla="*/ 58717 w 86049"/>
              <a:gd name="connsiteY11" fmla="*/ 14646 h 50221"/>
              <a:gd name="connsiteX12" fmla="*/ 31604 w 86049"/>
              <a:gd name="connsiteY12" fmla="*/ 13249 h 50221"/>
              <a:gd name="connsiteX0" fmla="*/ 31604 w 86049"/>
              <a:gd name="connsiteY0" fmla="*/ 663 h 37635"/>
              <a:gd name="connsiteX1" fmla="*/ 28313 w 86049"/>
              <a:gd name="connsiteY1" fmla="*/ 5107 h 37635"/>
              <a:gd name="connsiteX2" fmla="*/ 23250 w 86049"/>
              <a:gd name="connsiteY2" fmla="*/ 7932 h 37635"/>
              <a:gd name="connsiteX3" fmla="*/ 15443 w 86049"/>
              <a:gd name="connsiteY3" fmla="*/ 14637 h 37635"/>
              <a:gd name="connsiteX4" fmla="*/ 14517 w 86049"/>
              <a:gd name="connsiteY4" fmla="*/ 14602 h 37635"/>
              <a:gd name="connsiteX5" fmla="*/ 11428 w 86049"/>
              <a:gd name="connsiteY5" fmla="*/ 14485 h 37635"/>
              <a:gd name="connsiteX6" fmla="*/ 39 w 86049"/>
              <a:gd name="connsiteY6" fmla="*/ 18181 h 37635"/>
              <a:gd name="connsiteX7" fmla="*/ 10831 w 86049"/>
              <a:gd name="connsiteY7" fmla="*/ 30108 h 37635"/>
              <a:gd name="connsiteX8" fmla="*/ 30398 w 86049"/>
              <a:gd name="connsiteY8" fmla="*/ 37635 h 37635"/>
              <a:gd name="connsiteX9" fmla="*/ 34419 w 86049"/>
              <a:gd name="connsiteY9" fmla="*/ 36996 h 37635"/>
              <a:gd name="connsiteX10" fmla="*/ 85987 w 86049"/>
              <a:gd name="connsiteY10" fmla="*/ 22192 h 37635"/>
              <a:gd name="connsiteX11" fmla="*/ 58717 w 86049"/>
              <a:gd name="connsiteY11" fmla="*/ 2060 h 37635"/>
              <a:gd name="connsiteX12" fmla="*/ 31604 w 86049"/>
              <a:gd name="connsiteY12" fmla="*/ 663 h 37635"/>
              <a:gd name="connsiteX0" fmla="*/ 31604 w 77695"/>
              <a:gd name="connsiteY0" fmla="*/ 1620 h 44988"/>
              <a:gd name="connsiteX1" fmla="*/ 28313 w 77695"/>
              <a:gd name="connsiteY1" fmla="*/ 6064 h 44988"/>
              <a:gd name="connsiteX2" fmla="*/ 23250 w 77695"/>
              <a:gd name="connsiteY2" fmla="*/ 8889 h 44988"/>
              <a:gd name="connsiteX3" fmla="*/ 15443 w 77695"/>
              <a:gd name="connsiteY3" fmla="*/ 15594 h 44988"/>
              <a:gd name="connsiteX4" fmla="*/ 14517 w 77695"/>
              <a:gd name="connsiteY4" fmla="*/ 15559 h 44988"/>
              <a:gd name="connsiteX5" fmla="*/ 11428 w 77695"/>
              <a:gd name="connsiteY5" fmla="*/ 15442 h 44988"/>
              <a:gd name="connsiteX6" fmla="*/ 39 w 77695"/>
              <a:gd name="connsiteY6" fmla="*/ 19138 h 44988"/>
              <a:gd name="connsiteX7" fmla="*/ 10831 w 77695"/>
              <a:gd name="connsiteY7" fmla="*/ 31065 h 44988"/>
              <a:gd name="connsiteX8" fmla="*/ 30398 w 77695"/>
              <a:gd name="connsiteY8" fmla="*/ 38592 h 44988"/>
              <a:gd name="connsiteX9" fmla="*/ 34419 w 77695"/>
              <a:gd name="connsiteY9" fmla="*/ 37953 h 44988"/>
              <a:gd name="connsiteX10" fmla="*/ 77601 w 77695"/>
              <a:gd name="connsiteY10" fmla="*/ 36699 h 44988"/>
              <a:gd name="connsiteX11" fmla="*/ 58717 w 77695"/>
              <a:gd name="connsiteY11" fmla="*/ 3017 h 44988"/>
              <a:gd name="connsiteX12" fmla="*/ 31604 w 77695"/>
              <a:gd name="connsiteY12" fmla="*/ 1620 h 44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50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FC2F1-B382-4B54-9A9F-910235201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8882E1-F531-4863-8725-4DFFB1D93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542041-3F17-4A54-9CFD-5CC89C888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3D8362-ABA0-448B-9472-8CE30412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12121C-8D9C-473B-9CAA-041E14CE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5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FD5AC9-D947-4E91-8E54-564E619CC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BC3E08-A33C-41B0-9FF8-A48D661D3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563770-7BF6-4230-8BC5-AB14818DC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4B284D-4A4E-43FE-BC90-E29166BB4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D419C2-0DDE-45ED-A6BB-A7CF0C6F9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8D6DE2-C0F1-4631-8D1B-61DD10E7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01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5F1CD0-71F9-4ED3-890F-20F3C6211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FEAC71-3741-4F27-877E-AC8E2B1CC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0C1B9D-7DA5-4D32-81AA-D58CAF37C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445751E-43C2-4B2E-91C9-868F84D3E4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06CFF53-F322-41AA-9E85-224959B71B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24C7FE-288B-4A4F-A747-871045CD4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53F8A51-9E24-4CD8-9A95-89D90C66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629EE09-F27C-4D57-8664-E5E7CB804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29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F0AC8-9D6A-48CD-9E4D-7A12D1C84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73AF8AA-A3DF-45CE-90B8-A257BB2E7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DF56705-7C94-4DCD-BF06-8BF6906E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F7DF18-617E-48F0-9074-B7506BDF8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6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499FCD3-56A4-4284-81DF-E3E50BDCE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6047691-5406-41FC-B8DB-B022027BF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7AEBC5-6561-4B36-B570-38605695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35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0F69B2-4FAE-42A4-BBC5-8BF096DE8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CD1947-0CD2-42BD-BFD1-5C4416618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CDABD2-BF7A-4C8F-8B16-EA52A5F14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72B473-E977-441B-A8EB-3301D765A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7E1CEE-3915-4259-A6A7-D1B01B39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EB3D31-7ACD-4C98-9D8E-2BDDE7B0A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233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05F6B-C902-4B3E-9912-C6E442B65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7BC53AF-8425-4939-91AE-F683272D0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A02FBB3-E12C-46E0-9C0A-AECE9178D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AFC505-F1A6-46C8-AAC8-934BC95DC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0E9474-4172-432C-832B-FEC719D77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F9343C-F37B-47D0-875B-2AF377328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473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A3A611-4217-496F-A970-40D336B5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A99D7E-740A-449C-B04F-6390E5DB2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607AD3-B579-44BB-B354-6F0449D5A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BF37B6-1BF7-43A4-81B9-1EFFAFF2C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56BAB7-98C3-43DF-A563-53F5C2CD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774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7C772B-141C-4727-B105-B525D7504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AF9FFA-49AD-4472-B85D-6ACC9C4B2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AE0885-5569-4FF3-8865-96B5AEB0C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21D7BD-2437-400A-B0D7-8AFEDE158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05A581-BC3B-448C-8E3E-BD317415A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40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8E9284-BDA4-45F8-A54F-94F6151AA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2D6D37-E80C-4087-8866-D624C739E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A1800B-2E1A-4303-9892-AB08F80EA6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BC04A6-2998-40EB-BF13-94B54C7AD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CE2691-9DFE-40D1-8BB1-8DFF491DA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6"/>
            <a:extLst>
              <a:ext uri="{FF2B5EF4-FFF2-40B4-BE49-F238E27FC236}">
                <a16:creationId xmlns:a16="http://schemas.microsoft.com/office/drawing/2014/main" id="{1847D26E-390E-4229-B0D7-62066CD41BE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42808" y="-639945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161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0" r:id="rId4"/>
    <p:sldLayoutId id="2147483661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&#1055;&#1088;&#1080;&#1083;_3_&#1054;&#1047;_&#1050;&#1054;&#1044;%2009.02.07-2-2026-&#1052;2.docx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writ.ru/doc/espd/19.701-90.pdf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714C99-7919-492A-902F-F998BFE749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11500" dirty="0" err="1">
                <a:latin typeface="Garamond" panose="02020404030301010803" pitchFamily="18" charset="0"/>
              </a:rPr>
              <a:t>Демоэкзамен</a:t>
            </a:r>
            <a:endParaRPr lang="ru-RU" sz="11500" dirty="0">
              <a:latin typeface="Garamond" panose="02020404030301010803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4573D8-B18B-4351-8D21-9BF0CE49F9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ru-RU" sz="3200" dirty="0">
                <a:latin typeface="Garamond" panose="02020404030301010803" pitchFamily="18" charset="0"/>
              </a:rPr>
              <a:t>Структура экзамена</a:t>
            </a:r>
            <a:endParaRPr lang="en-US" sz="3200" dirty="0">
              <a:latin typeface="Garamond" panose="02020404030301010803" pitchFamily="18" charset="0"/>
            </a:endParaRP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4119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D05AD-7622-41A5-8E0E-0363D37BE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Что от вас требуется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7B0CF5-C2E7-4E01-A71D-07C9DEAF9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AutoNum type="arabicPeriod"/>
            </a:pPr>
            <a:r>
              <a:rPr lang="ru-RU" sz="3600" dirty="0"/>
              <a:t>Умение читать задание</a:t>
            </a:r>
          </a:p>
          <a:p>
            <a:pPr marL="0" indent="0">
              <a:buAutoNum type="arabicPeriod"/>
            </a:pPr>
            <a:r>
              <a:rPr lang="ru-RU" sz="3600" dirty="0"/>
              <a:t>Умение понимать задание</a:t>
            </a:r>
          </a:p>
          <a:p>
            <a:pPr marL="0" indent="0">
              <a:buAutoNum type="arabicPeriod"/>
            </a:pPr>
            <a:r>
              <a:rPr lang="ru-RU" sz="3600" dirty="0"/>
              <a:t>Умение сделать работающий проект:</a:t>
            </a:r>
          </a:p>
          <a:p>
            <a:pPr marL="358775" indent="0">
              <a:buNone/>
            </a:pPr>
            <a:r>
              <a:rPr lang="ru-RU" sz="3600" dirty="0"/>
              <a:t>3.1 Умение работать с БД</a:t>
            </a:r>
          </a:p>
          <a:p>
            <a:pPr marL="358775" indent="0">
              <a:buNone/>
            </a:pPr>
            <a:r>
              <a:rPr lang="ru-RU" sz="3600" dirty="0"/>
              <a:t>3.2 Умение разработки и реализации алгоритмов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8906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0607EC-B2C8-492B-8897-61408C8BB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Что делать не нужно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592733-933A-4414-9628-56E33B3A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ru-RU" sz="3600" dirty="0"/>
              <a:t>Пытаться сделать больше чем требуется</a:t>
            </a:r>
          </a:p>
          <a:p>
            <a:pPr marL="514350" indent="-514350">
              <a:buAutoNum type="arabicPeriod"/>
            </a:pPr>
            <a:r>
              <a:rPr lang="ru-RU" sz="3600" dirty="0"/>
              <a:t>Отходить от руководства по стилю</a:t>
            </a:r>
          </a:p>
          <a:p>
            <a:pPr marL="514350" indent="-514350">
              <a:buAutoNum type="arabicPeriod"/>
            </a:pPr>
            <a:r>
              <a:rPr lang="ru-RU" sz="3600" dirty="0"/>
              <a:t>Делать сложные анимации и невероятный дизайн</a:t>
            </a:r>
          </a:p>
          <a:p>
            <a:pPr marL="514350" indent="-514350">
              <a:buAutoNum type="arabicPeriod"/>
            </a:pPr>
            <a:r>
              <a:rPr lang="ru-RU" sz="3600" dirty="0"/>
              <a:t>Нарушать порядок выполнения модулей</a:t>
            </a:r>
          </a:p>
        </p:txBody>
      </p:sp>
    </p:spTree>
    <p:extLst>
      <p:ext uri="{BB962C8B-B14F-4D97-AF65-F5344CB8AC3E}">
        <p14:creationId xmlns:p14="http://schemas.microsoft.com/office/powerpoint/2010/main" val="1336738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CDD443-75F9-4226-A485-2B4632391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Что важно для Группы Оценки (ГО)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784874-1EB1-4A8E-A5B1-96915DD4C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4800" dirty="0"/>
              <a:t>Работающее приложение без ошибок</a:t>
            </a:r>
          </a:p>
          <a:p>
            <a:pPr marL="0" indent="0">
              <a:buNone/>
            </a:pPr>
            <a:endParaRPr lang="ru-RU" sz="4800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16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3A3B2B-DD21-4DA3-B06A-F2D0123C4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Исходные файлы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ED1480-C1D5-425E-8794-BA4611E57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/>
              <a:t>Все исходники находятся в открытом доступе на сайте ФИРПО</a:t>
            </a:r>
          </a:p>
          <a:p>
            <a:pPr marL="0" indent="0">
              <a:buNone/>
            </a:pPr>
            <a:endParaRPr lang="ru-RU" sz="3600" dirty="0"/>
          </a:p>
          <a:p>
            <a:pPr marL="0" indent="0">
              <a:buNone/>
            </a:pPr>
            <a:r>
              <a:rPr lang="ru-RU" sz="3600" dirty="0"/>
              <a:t>Нас интересует «Образец задания для ГИА ДЭ БУ»</a:t>
            </a:r>
          </a:p>
        </p:txBody>
      </p:sp>
    </p:spTree>
    <p:extLst>
      <p:ext uri="{BB962C8B-B14F-4D97-AF65-F5344CB8AC3E}">
        <p14:creationId xmlns:p14="http://schemas.microsoft.com/office/powerpoint/2010/main" val="176475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A20A04-B2F3-40AE-A709-82757D112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Структура Файлов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25075A-75D1-4096-810B-A5381346B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42F1AC6-E917-4B00-A5D1-4342F6A71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1449" y="2460396"/>
            <a:ext cx="12414898" cy="265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960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A20A04-B2F3-40AE-A709-82757D112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Структура Файлов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25075A-75D1-4096-810B-A5381346B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1C45F2-198E-4FF1-810A-EA25AC4EA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99" y="2309567"/>
            <a:ext cx="12031938" cy="235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628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A20A04-B2F3-40AE-A709-82757D112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Структура Файлов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25075A-75D1-4096-810B-A5381346B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49D3A81-1DEB-42FB-8387-567849037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" y="1381919"/>
            <a:ext cx="11191875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1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A20A04-B2F3-40AE-A709-82757D112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Структура Файлов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25075A-75D1-4096-810B-A5381346B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hlinkClick r:id="rId2" action="ppaction://hlinkfile"/>
            <a:extLst>
              <a:ext uri="{FF2B5EF4-FFF2-40B4-BE49-F238E27FC236}">
                <a16:creationId xmlns:a16="http://schemas.microsoft.com/office/drawing/2014/main" id="{DB84A5A8-20ED-4119-B216-FD71061E4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1" y="2766218"/>
            <a:ext cx="12078858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408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C633AD-D5D4-4DF7-AED6-0DB4A8A6A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Структура экзамена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4FB41D-AE3F-479A-95DC-6C83FE8D0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Экзамен состоит из 3 модулей:</a:t>
            </a:r>
          </a:p>
          <a:p>
            <a:pPr marL="0" indent="0">
              <a:buNone/>
            </a:pPr>
            <a:endParaRPr lang="ru-RU" dirty="0"/>
          </a:p>
          <a:p>
            <a:pPr marL="514350" indent="-514350">
              <a:buAutoNum type="arabicPeriod"/>
            </a:pPr>
            <a:r>
              <a:rPr lang="ru-RU" dirty="0"/>
              <a:t>Разработка базы данных средствами СУБД </a:t>
            </a:r>
          </a:p>
          <a:p>
            <a:pPr marL="514350" indent="-514350">
              <a:buAutoNum type="arabicPeriod"/>
            </a:pPr>
            <a:r>
              <a:rPr lang="ru-RU" dirty="0"/>
              <a:t>Разработка алгоритма и создание приложения</a:t>
            </a:r>
          </a:p>
          <a:p>
            <a:pPr marL="514350" indent="-514350">
              <a:buAutoNum type="arabicPeriod"/>
            </a:pPr>
            <a:r>
              <a:rPr lang="ru-RU" dirty="0"/>
              <a:t>Разработка последовательного пользовательского интерфейса. Создание формы добавления / редактирования товаров. Создание кнопки удаления товаров</a:t>
            </a:r>
          </a:p>
        </p:txBody>
      </p:sp>
    </p:spTree>
    <p:extLst>
      <p:ext uri="{BB962C8B-B14F-4D97-AF65-F5344CB8AC3E}">
        <p14:creationId xmlns:p14="http://schemas.microsoft.com/office/powerpoint/2010/main" val="3163303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C633AD-D5D4-4DF7-AED6-0DB4A8A6A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Структура экзамена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333F0E9-8FBB-4323-BEA9-25E152A39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7A72F41-BC2D-40D4-B1D2-D0692B437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832" y="1751030"/>
            <a:ext cx="9528014" cy="450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879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C633AD-D5D4-4DF7-AED6-0DB4A8A6A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Структура экзамена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333F0E9-8FBB-4323-BEA9-25E152A39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C8063E-C19E-4B7B-9524-7FE0387F6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492" y="1397985"/>
            <a:ext cx="8411015" cy="509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887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C633AD-D5D4-4DF7-AED6-0DB4A8A6A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Структура экзамена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333F0E9-8FBB-4323-BEA9-25E152A39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7AADE27-FFBF-46A2-A3DD-B0A5554B2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87" y="1825625"/>
            <a:ext cx="10684626" cy="377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623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5333F0E9-8FBB-4323-BEA9-25E152A39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5306BCC-16CF-4685-A81C-95DFB0A42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334" y="103177"/>
            <a:ext cx="6578024" cy="6618134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7E85B3F-492C-4B20-88D5-12444ABB8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24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C5EA45-158B-4048-9BDC-06AEF4EA9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Модуль 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0F5351-103D-40DE-9B58-D494C2FEE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Необходимо спроектировать базу данных на основе описания предметной области в 3НФ, построить </a:t>
            </a:r>
            <a:r>
              <a:rPr lang="en-US" dirty="0"/>
              <a:t>ER</a:t>
            </a:r>
            <a:r>
              <a:rPr lang="ru-RU" dirty="0"/>
              <a:t>-диаграмму и экспортировать ее в формате </a:t>
            </a:r>
            <a:r>
              <a:rPr lang="en-US" dirty="0"/>
              <a:t>pdf</a:t>
            </a:r>
            <a:r>
              <a:rPr lang="ru-RU" dirty="0"/>
              <a:t>, а также осуществить импорт данных с помощью </a:t>
            </a:r>
            <a:r>
              <a:rPr lang="en-US" dirty="0"/>
              <a:t>excel</a:t>
            </a:r>
            <a:r>
              <a:rPr lang="ru-RU" dirty="0"/>
              <a:t> таблиц.</a:t>
            </a:r>
          </a:p>
          <a:p>
            <a:pPr marL="0" indent="0">
              <a:buNone/>
            </a:pPr>
            <a:r>
              <a:rPr lang="ru-RU" dirty="0"/>
              <a:t>Все необходимые файлы для работы представлены в </a:t>
            </a:r>
            <a:r>
              <a:rPr lang="ru-RU" b="1" i="1" dirty="0"/>
              <a:t>приложении 2</a:t>
            </a:r>
            <a:r>
              <a:rPr lang="ru-RU" dirty="0"/>
              <a:t>: в нем находятся данные для импорта, которые необходимо также привести к 3НФ, а также изображения товаров.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538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6DB59A-53F0-4999-8110-CB3DCCE39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Модуль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A7DB03-53BD-4912-87CD-8EF230EF7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Необходимо составить алгоритм разработки приложения в виде блок-схемы согласно стандарту </a:t>
            </a:r>
            <a:r>
              <a:rPr lang="ru-RU" u="sng" dirty="0">
                <a:hlinkClick r:id="rId2"/>
              </a:rPr>
              <a:t>ГОСТ 19.701–90</a:t>
            </a:r>
            <a:r>
              <a:rPr lang="ru-RU" dirty="0"/>
              <a:t> и сохранить в формате </a:t>
            </a:r>
            <a:r>
              <a:rPr lang="en-US" dirty="0"/>
              <a:t>pdf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 этом же модуле начинается реализация 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167744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6DB59A-53F0-4999-8110-CB3DCCE39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Модуль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A7DB03-53BD-4912-87CD-8EF230EF7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У приложения есть несколько требований:</a:t>
            </a:r>
          </a:p>
          <a:p>
            <a:pPr lvl="0"/>
            <a:r>
              <a:rPr lang="ru-RU" dirty="0"/>
              <a:t>единый и согласованный внешний вид;</a:t>
            </a:r>
          </a:p>
          <a:p>
            <a:pPr lvl="0"/>
            <a:r>
              <a:rPr lang="ru-RU" dirty="0"/>
              <a:t>соответствие руководству по стилю (Приложение 3);</a:t>
            </a:r>
          </a:p>
          <a:p>
            <a:pPr lvl="0"/>
            <a:r>
              <a:rPr lang="ru-RU" dirty="0"/>
              <a:t>содержание корректных заголовков окон (страниц);</a:t>
            </a:r>
          </a:p>
          <a:p>
            <a:pPr lvl="0"/>
            <a:r>
              <a:rPr lang="ru-RU" dirty="0"/>
              <a:t>код должен соответствовать соглашению об именовании </a:t>
            </a:r>
            <a:r>
              <a:rPr lang="en-US" dirty="0"/>
              <a:t>CamelCase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Начинаются со строчных букв:</a:t>
            </a:r>
          </a:p>
          <a:p>
            <a:pPr lvl="2"/>
            <a:r>
              <a:rPr lang="ru-RU" dirty="0"/>
              <a:t>локальные переменные</a:t>
            </a:r>
          </a:p>
          <a:p>
            <a:pPr lvl="2"/>
            <a:r>
              <a:rPr lang="ru-RU" dirty="0"/>
              <a:t>поля с модификатором </a:t>
            </a:r>
            <a:r>
              <a:rPr lang="en-US" dirty="0"/>
              <a:t>private</a:t>
            </a:r>
            <a:r>
              <a:rPr lang="ru-RU" dirty="0"/>
              <a:t> (также встречается следующий вариант написания: </a:t>
            </a:r>
            <a:r>
              <a:rPr lang="en-US" dirty="0"/>
              <a:t>private int</a:t>
            </a:r>
            <a:r>
              <a:rPr lang="ru-RU" dirty="0"/>
              <a:t> _</a:t>
            </a:r>
            <a:r>
              <a:rPr lang="en-US" dirty="0" err="1"/>
              <a:t>countNum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Начинаются с прописных букв:</a:t>
            </a:r>
          </a:p>
          <a:p>
            <a:pPr lvl="2"/>
            <a:r>
              <a:rPr lang="ru-RU" dirty="0"/>
              <a:t>классы</a:t>
            </a:r>
          </a:p>
          <a:p>
            <a:pPr lvl="2"/>
            <a:r>
              <a:rPr lang="ru-RU" dirty="0"/>
              <a:t>методы</a:t>
            </a:r>
          </a:p>
          <a:p>
            <a:pPr lvl="2"/>
            <a:r>
              <a:rPr lang="ru-RU" dirty="0"/>
              <a:t>глобальные переменные</a:t>
            </a:r>
          </a:p>
          <a:p>
            <a:pPr lvl="2"/>
            <a:r>
              <a:rPr lang="ru-RU" dirty="0"/>
              <a:t>поля с модификатором </a:t>
            </a:r>
            <a:r>
              <a:rPr lang="en-US" dirty="0"/>
              <a:t>public</a:t>
            </a:r>
            <a:endParaRPr lang="ru-RU" dirty="0"/>
          </a:p>
          <a:p>
            <a:pPr lvl="2"/>
            <a:r>
              <a:rPr lang="ru-RU" dirty="0"/>
              <a:t>свойства</a:t>
            </a:r>
          </a:p>
          <a:p>
            <a:r>
              <a:rPr lang="ru-RU" dirty="0"/>
              <a:t>использование иконки приложения и логотип компании.</a:t>
            </a:r>
          </a:p>
        </p:txBody>
      </p:sp>
    </p:spTree>
    <p:extLst>
      <p:ext uri="{BB962C8B-B14F-4D97-AF65-F5344CB8AC3E}">
        <p14:creationId xmlns:p14="http://schemas.microsoft.com/office/powerpoint/2010/main" val="2408147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6DB59A-53F0-4999-8110-CB3DCCE39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Модуль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A7DB03-53BD-4912-87CD-8EF230EF7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indent="0">
              <a:lnSpc>
                <a:spcPct val="150000"/>
              </a:lnSpc>
              <a:buNone/>
              <a:tabLst>
                <a:tab pos="630555" algn="l"/>
              </a:tabLs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программном продукте (ПП) предусмотрено распределение ролей:</a:t>
            </a:r>
          </a:p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"/>
              <a:tabLst>
                <a:tab pos="630555" algn="l"/>
              </a:tabLst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Гость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450215">
              <a:lnSpc>
                <a:spcPct val="150000"/>
              </a:lnSpc>
              <a:tabLst>
                <a:tab pos="630555" algn="l"/>
              </a:tabLs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 нужна авторизация, может просто просмотреть товары</a:t>
            </a:r>
          </a:p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"/>
              <a:tabLst>
                <a:tab pos="630555" algn="l"/>
              </a:tabLst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Авторизованный клиент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450215">
              <a:lnSpc>
                <a:spcPct val="150000"/>
              </a:lnSpc>
              <a:tabLst>
                <a:tab pos="630555" algn="l"/>
              </a:tabLs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Требуется авторизация, может просто просмотреть товары, отображается ФИО в шапке приложения </a:t>
            </a:r>
          </a:p>
          <a:p>
            <a:pPr marL="457200" indent="450215">
              <a:lnSpc>
                <a:spcPct val="150000"/>
              </a:lnSpc>
              <a:tabLst>
                <a:tab pos="630555" algn="l"/>
              </a:tabLst>
            </a:pP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0">
              <a:lnSpc>
                <a:spcPct val="150000"/>
              </a:lnSpc>
              <a:buNone/>
              <a:tabLst>
                <a:tab pos="630555" algn="l"/>
              </a:tabLst>
            </a:pPr>
            <a:r>
              <a:rPr lang="ru-RU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Важно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у гостя и авторизованного клиента 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нет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возможности поиска, фильтрации и сортировки</a:t>
            </a:r>
          </a:p>
        </p:txBody>
      </p:sp>
    </p:spTree>
    <p:extLst>
      <p:ext uri="{BB962C8B-B14F-4D97-AF65-F5344CB8AC3E}">
        <p14:creationId xmlns:p14="http://schemas.microsoft.com/office/powerpoint/2010/main" val="2163260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6DB59A-53F0-4999-8110-CB3DCCE39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Модуль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A7DB03-53BD-4912-87CD-8EF230EF7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"/>
              <a:tabLst>
                <a:tab pos="630555" algn="l"/>
              </a:tabLst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Менеджер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450215">
              <a:lnSpc>
                <a:spcPct val="150000"/>
              </a:lnSpc>
              <a:tabLst>
                <a:tab pos="630555" algn="l"/>
              </a:tabLs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Требуется авторизация, может просто просмотреть товары, отображается ФИО в шапке приложения, может пользоваться поиском, фильтрацией и сортировкой</a:t>
            </a:r>
          </a:p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"/>
              <a:tabLst>
                <a:tab pos="630555" algn="l"/>
              </a:tabLst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Администратор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450215">
              <a:lnSpc>
                <a:spcPct val="150000"/>
              </a:lnSpc>
              <a:tabLst>
                <a:tab pos="630555" algn="l"/>
              </a:tabLs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Требуется авторизация, может просто просмотреть товары, отображается ФИО в шапке приложения, может пользоваться поиском, фильтрацией и сортировкой, может добавлять / редактировать / удалять товары</a:t>
            </a:r>
          </a:p>
        </p:txBody>
      </p:sp>
    </p:spTree>
    <p:extLst>
      <p:ext uri="{BB962C8B-B14F-4D97-AF65-F5344CB8AC3E}">
        <p14:creationId xmlns:p14="http://schemas.microsoft.com/office/powerpoint/2010/main" val="1970884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6DB59A-53F0-4999-8110-CB3DCCE39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Модуль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A7DB03-53BD-4912-87CD-8EF230EF7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Что нужно сделать в рамках второго модуля:</a:t>
            </a:r>
            <a:endParaRPr lang="ru-RU" dirty="0"/>
          </a:p>
          <a:p>
            <a:pPr lvl="0"/>
            <a:r>
              <a:rPr lang="ru-RU" dirty="0"/>
              <a:t>Составить блок схему алгоритма разработки приложения</a:t>
            </a:r>
          </a:p>
          <a:p>
            <a:pPr lvl="0"/>
            <a:r>
              <a:rPr lang="ru-RU" dirty="0"/>
              <a:t>Подключить базу данных</a:t>
            </a:r>
          </a:p>
          <a:p>
            <a:pPr lvl="0"/>
            <a:r>
              <a:rPr lang="ru-RU" dirty="0"/>
              <a:t>Создать окно авторизации</a:t>
            </a:r>
          </a:p>
          <a:p>
            <a:pPr lvl="0"/>
            <a:r>
              <a:rPr lang="ru-RU" dirty="0"/>
              <a:t>Создать окно каталога товаров с необходимыми элементами в зависимости от ролей пользователей</a:t>
            </a:r>
          </a:p>
          <a:p>
            <a:r>
              <a:rPr lang="ru-RU" dirty="0"/>
              <a:t>Сделать скрины корректной работы приложения и поместить их в </a:t>
            </a:r>
            <a:r>
              <a:rPr lang="en-US" dirty="0"/>
              <a:t>word </a:t>
            </a:r>
            <a:r>
              <a:rPr lang="ru-RU" dirty="0"/>
              <a:t>документ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637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89B5A7-1D6D-4D4C-BB14-41D339B9C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Модуль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124DD0-7806-43CF-B4DB-2B97D8C85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630555" algn="l"/>
              </a:tabLs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этом модуле осуществляется реализация логики приложения.</a:t>
            </a:r>
          </a:p>
          <a:p>
            <a:pPr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630555" algn="l"/>
              </a:tabLs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 есть здесь осуществляются функции для менеджера и администратора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2768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89B5A7-1D6D-4D4C-BB14-41D339B9C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Модуль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124DD0-7806-43CF-B4DB-2B97D8C85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 algn="just">
              <a:lnSpc>
                <a:spcPct val="150000"/>
              </a:lnSpc>
              <a:spcAft>
                <a:spcPts val="0"/>
              </a:spcAft>
              <a:buAutoNum type="arabicPeriod"/>
              <a:tabLst>
                <a:tab pos="1168400" algn="l"/>
              </a:tabLst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Поиск</a:t>
            </a:r>
          </a:p>
          <a:p>
            <a:pPr marL="0" lv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1168400" algn="l"/>
              </a:tabLst>
            </a:pPr>
            <a:endParaRPr lang="ru-RU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1168400" algn="l"/>
              </a:tabLs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Создается поле для ввода запросов. Поиск осуществляется по всем текстовым полям товара, а также без необходимости нажатия кнопки «Найти» и прочих, то есть в реальном времени.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5511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89B5A7-1D6D-4D4C-BB14-41D339B9C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Модуль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124DD0-7806-43CF-B4DB-2B97D8C85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1168400" algn="l"/>
              </a:tabLst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Сортировка</a:t>
            </a:r>
          </a:p>
          <a:p>
            <a:pPr marL="0" lv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1168400" algn="l"/>
              </a:tabLst>
            </a:pP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1168400" algn="l"/>
              </a:tabLs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Осуществляется с помощью выпадающего списка. Сортировка производится по количеству товара на складе. Так же в реальном времени.</a:t>
            </a:r>
          </a:p>
          <a:p>
            <a:pPr marL="0" lv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1168400" algn="l"/>
              </a:tabLst>
            </a:pP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963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89B5A7-1D6D-4D4C-BB14-41D339B9C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Модуль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124DD0-7806-43CF-B4DB-2B97D8C85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1168400" algn="l"/>
              </a:tabLst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Фильтрация</a:t>
            </a:r>
          </a:p>
          <a:p>
            <a:pPr marL="0" lv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1168400" algn="l"/>
              </a:tabLst>
            </a:pPr>
            <a:endParaRPr lang="ru-RU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1168400" algn="l"/>
              </a:tabLs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Осуществляется с помощью выпадающего списка. Фильтрация производится по поставщикам. Так же в реальном времени.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2779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89B5A7-1D6D-4D4C-BB14-41D339B9C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Модуль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124DD0-7806-43CF-B4DB-2B97D8C85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4000" b="1" i="1" dirty="0"/>
              <a:t>Все эти действия должны выполняться совместно и параметры должны быть сохранены.</a:t>
            </a:r>
            <a:endParaRPr lang="ru-RU" sz="4000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7830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89B5A7-1D6D-4D4C-BB14-41D339B9C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Модуль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124DD0-7806-43CF-B4DB-2B97D8C85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4400" dirty="0"/>
              <a:t>Для администратора необходимо также реализовать манипуляции с товарами</a:t>
            </a:r>
          </a:p>
        </p:txBody>
      </p:sp>
    </p:spTree>
    <p:extLst>
      <p:ext uri="{BB962C8B-B14F-4D97-AF65-F5344CB8AC3E}">
        <p14:creationId xmlns:p14="http://schemas.microsoft.com/office/powerpoint/2010/main" val="2179011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89B5A7-1D6D-4D4C-BB14-41D339B9C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Модуль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124DD0-7806-43CF-B4DB-2B97D8C85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ru-RU" b="1" dirty="0"/>
              <a:t>Добавление товара</a:t>
            </a:r>
          </a:p>
          <a:p>
            <a:pPr marL="0" lv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Вводятся все необходимые поля + загрузка изображения (ограничение 300х200 </a:t>
            </a:r>
            <a:r>
              <a:rPr lang="en-US" dirty="0"/>
              <a:t>px</a:t>
            </a:r>
            <a:r>
              <a:rPr lang="ru-RU" dirty="0"/>
              <a:t>, если размер изображения больше, то выходит соответствующее сообщение и картинка не добавляется). Поле с </a:t>
            </a:r>
            <a:r>
              <a:rPr lang="en-US" dirty="0"/>
              <a:t>ID</a:t>
            </a:r>
            <a:r>
              <a:rPr lang="ru-RU" dirty="0"/>
              <a:t> указывать не нужно, </a:t>
            </a:r>
            <a:r>
              <a:rPr lang="ru-RU" dirty="0" err="1"/>
              <a:t>айди</a:t>
            </a:r>
            <a:r>
              <a:rPr lang="ru-RU" dirty="0"/>
              <a:t> добавляется сам при помощи свойства </a:t>
            </a:r>
            <a:r>
              <a:rPr lang="en-US" dirty="0"/>
              <a:t>auto</a:t>
            </a:r>
            <a:r>
              <a:rPr lang="ru-RU" dirty="0"/>
              <a:t>_</a:t>
            </a:r>
            <a:r>
              <a:rPr lang="en-US" dirty="0"/>
              <a:t>increment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5616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89B5A7-1D6D-4D4C-BB14-41D339B9C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Модуль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124DD0-7806-43CF-B4DB-2B97D8C85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ru-RU" b="1" dirty="0"/>
              <a:t>Редактирование товара</a:t>
            </a:r>
            <a:endParaRPr lang="ru-RU" dirty="0"/>
          </a:p>
          <a:p>
            <a:pPr marL="0" lv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Окно похоже на добавление товара, отличием является то, что данные подгружаются из БД, присутствует поле с ID, его можно просто просмотреть, редактировать нельзя, то есть поле только для чтения. Изображение можно заменить, с таким же ограничением (300х200 </a:t>
            </a:r>
            <a:r>
              <a:rPr lang="ru-RU" dirty="0" err="1"/>
              <a:t>px</a:t>
            </a:r>
            <a:r>
              <a:rPr lang="ru-RU" dirty="0"/>
              <a:t>), в БД хранится путь к файлу.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При замене изображения старый файл удаляется.</a:t>
            </a:r>
          </a:p>
        </p:txBody>
      </p:sp>
    </p:spTree>
    <p:extLst>
      <p:ext uri="{BB962C8B-B14F-4D97-AF65-F5344CB8AC3E}">
        <p14:creationId xmlns:p14="http://schemas.microsoft.com/office/powerpoint/2010/main" val="1489621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89B5A7-1D6D-4D4C-BB14-41D339B9C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Модуль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124DD0-7806-43CF-B4DB-2B97D8C85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ru-RU" b="1" dirty="0"/>
              <a:t>Удаление товара</a:t>
            </a:r>
            <a:endParaRPr lang="ru-RU" dirty="0"/>
          </a:p>
          <a:p>
            <a:pPr marL="0" lv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Товар удаляется из БД, но при условии, что он не содержится в заказе.</a:t>
            </a:r>
          </a:p>
        </p:txBody>
      </p:sp>
    </p:spTree>
    <p:extLst>
      <p:ext uri="{BB962C8B-B14F-4D97-AF65-F5344CB8AC3E}">
        <p14:creationId xmlns:p14="http://schemas.microsoft.com/office/powerpoint/2010/main" val="3085489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09CB64-0647-480D-9B04-D2A645EAA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Что используем в разработке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3D4D6D-DAEC-47B6-B55B-2F63F15E0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/>
              <a:t>СУБД: </a:t>
            </a:r>
            <a:r>
              <a:rPr lang="en-US" sz="3600" dirty="0"/>
              <a:t>MySQL</a:t>
            </a:r>
          </a:p>
          <a:p>
            <a:pPr marL="0" indent="0">
              <a:buNone/>
            </a:pPr>
            <a:r>
              <a:rPr lang="ru-RU" sz="3600" dirty="0"/>
              <a:t>Стек: </a:t>
            </a:r>
            <a:r>
              <a:rPr lang="en-US" sz="3600" dirty="0"/>
              <a:t>C# WPF</a:t>
            </a:r>
            <a:endParaRPr lang="ru-RU" sz="3600" dirty="0"/>
          </a:p>
          <a:p>
            <a:pPr marL="0" indent="0">
              <a:buNone/>
            </a:pPr>
            <a:r>
              <a:rPr lang="ru-RU" sz="3600" dirty="0"/>
              <a:t>Подключение к БД: </a:t>
            </a:r>
            <a:r>
              <a:rPr lang="en-US" sz="3600" dirty="0"/>
              <a:t>Entity Framework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266077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Тема Office">
  <a:themeElements>
    <a:clrScheme name="Аспект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вроде классно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717</Words>
  <Application>Microsoft Office PowerPoint</Application>
  <PresentationFormat>Широкоэкранный</PresentationFormat>
  <Paragraphs>112</Paragraphs>
  <Slides>30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6" baseType="lpstr">
      <vt:lpstr>Arial</vt:lpstr>
      <vt:lpstr>Calibri</vt:lpstr>
      <vt:lpstr>Garamond</vt:lpstr>
      <vt:lpstr>Symbol</vt:lpstr>
      <vt:lpstr>Times New Roman</vt:lpstr>
      <vt:lpstr>Тема Office</vt:lpstr>
      <vt:lpstr>Демоэкзамен</vt:lpstr>
      <vt:lpstr>Что от вас требуется</vt:lpstr>
      <vt:lpstr>Что делать не нужно</vt:lpstr>
      <vt:lpstr>Что важно для Группы Оценки (ГО)</vt:lpstr>
      <vt:lpstr>Исходные файлы</vt:lpstr>
      <vt:lpstr>Структура Файлов</vt:lpstr>
      <vt:lpstr>Структура Файлов</vt:lpstr>
      <vt:lpstr>Структура Файлов</vt:lpstr>
      <vt:lpstr>Структура Файлов</vt:lpstr>
      <vt:lpstr>Структура экзамена</vt:lpstr>
      <vt:lpstr>Структура экзамена</vt:lpstr>
      <vt:lpstr>Структура экзамена</vt:lpstr>
      <vt:lpstr>Структура экзамена</vt:lpstr>
      <vt:lpstr>Презентация PowerPoint</vt:lpstr>
      <vt:lpstr>Модуль 1</vt:lpstr>
      <vt:lpstr>Модуль 2</vt:lpstr>
      <vt:lpstr>Модуль 2</vt:lpstr>
      <vt:lpstr>Модуль 2</vt:lpstr>
      <vt:lpstr>Модуль 2</vt:lpstr>
      <vt:lpstr>Модуль 2</vt:lpstr>
      <vt:lpstr>Модуль 3</vt:lpstr>
      <vt:lpstr>Модуль 3</vt:lpstr>
      <vt:lpstr>Модуль 3</vt:lpstr>
      <vt:lpstr>Модуль 3</vt:lpstr>
      <vt:lpstr>Модуль 3</vt:lpstr>
      <vt:lpstr>Модуль 3</vt:lpstr>
      <vt:lpstr>Модуль 3</vt:lpstr>
      <vt:lpstr>Модуль 3</vt:lpstr>
      <vt:lpstr>Модуль 3</vt:lpstr>
      <vt:lpstr>Что используем в разработке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Минимализм светлый, шаблон презентации с сайта presentation-creation.ru</dc:title>
  <dc:creator>User Obstinate</dc:creator>
  <cp:lastModifiedBy>жяба</cp:lastModifiedBy>
  <cp:revision>30</cp:revision>
  <dcterms:created xsi:type="dcterms:W3CDTF">2024-11-04T08:17:15Z</dcterms:created>
  <dcterms:modified xsi:type="dcterms:W3CDTF">2026-02-08T11:53:51Z</dcterms:modified>
</cp:coreProperties>
</file>